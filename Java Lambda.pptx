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5" Type="http://schemas.openxmlformats.org/officeDocument/2006/relationships/image" Target="../media/image1.wmf"/><Relationship Id="rId4" Type="http://schemas.openxmlformats.org/officeDocument/2006/relationships/image" Target="../media/image5.wmf"/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.v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68.xml"/><Relationship Id="rId4" Type="http://schemas.openxmlformats.org/officeDocument/2006/relationships/image" Target="../media/image1.wmf"/><Relationship Id="rId3" Type="http://schemas.openxmlformats.org/officeDocument/2006/relationships/oleObject" Target="../embeddings/oleObject1.bin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image" Target="../media/image4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3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.wmf"/><Relationship Id="rId3" Type="http://schemas.openxmlformats.org/officeDocument/2006/relationships/oleObject" Target="../embeddings/oleObject2.bin"/><Relationship Id="rId2" Type="http://schemas.openxmlformats.org/officeDocument/2006/relationships/tags" Target="../tags/tag70.xml"/><Relationship Id="rId15" Type="http://schemas.openxmlformats.org/officeDocument/2006/relationships/vmlDrawing" Target="../drawings/vmlDrawing2.vml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71.xml"/><Relationship Id="rId12" Type="http://schemas.openxmlformats.org/officeDocument/2006/relationships/image" Target="../media/image1.wmf"/><Relationship Id="rId11" Type="http://schemas.openxmlformats.org/officeDocument/2006/relationships/oleObject" Target="../embeddings/oleObject6.bin"/><Relationship Id="rId10" Type="http://schemas.openxmlformats.org/officeDocument/2006/relationships/image" Target="../media/image5.wmf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3.v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74.xml"/><Relationship Id="rId4" Type="http://schemas.openxmlformats.org/officeDocument/2006/relationships/image" Target="../media/image1.wmf"/><Relationship Id="rId3" Type="http://schemas.openxmlformats.org/officeDocument/2006/relationships/oleObject" Target="../embeddings/oleObject7.bin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4.v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77.xml"/><Relationship Id="rId5" Type="http://schemas.openxmlformats.org/officeDocument/2006/relationships/image" Target="../media/image1.wmf"/><Relationship Id="rId4" Type="http://schemas.openxmlformats.org/officeDocument/2006/relationships/oleObject" Target="../embeddings/oleObject8.bin"/><Relationship Id="rId3" Type="http://schemas.openxmlformats.org/officeDocument/2006/relationships/image" Target="../media/image6.png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Java Lambda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/>
              <a:t>Functional Programming</a:t>
            </a: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algn="ctr"/>
            <a:r>
              <a:rPr lang="en-US"/>
              <a:t>Swap two Numbers</a:t>
            </a:r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/>
              <a:t>Write 3 swap methods. swap1, swap2 and swap3.</a:t>
            </a:r>
            <a:endParaRPr lang="en-US"/>
          </a:p>
          <a:p>
            <a:r>
              <a:rPr lang="en-US"/>
              <a:t>Use Temporary variable to swap 2 numbers in swap1 method.</a:t>
            </a:r>
            <a:endParaRPr lang="en-US"/>
          </a:p>
          <a:p>
            <a:r>
              <a:rPr lang="en-US"/>
              <a:t>Use Addition and Subtraction without temporary variable to swap 2 numbers in swap2 method.</a:t>
            </a:r>
            <a:endParaRPr lang="en-US"/>
          </a:p>
          <a:p>
            <a:r>
              <a:rPr lang="en-US"/>
              <a:t>Use Multiplication and Division without temporary variable to swap 2 numbers in swap3 method.</a:t>
            </a:r>
            <a:endParaRPr lang="en-US"/>
          </a:p>
          <a:p>
            <a:r>
              <a:rPr lang="en-US"/>
              <a:t>Call three swap methods in main method.</a:t>
            </a:r>
            <a:endParaRPr lang="en-US"/>
          </a:p>
        </p:txBody>
      </p:sp>
      <p:graphicFrame>
        <p:nvGraphicFramePr>
          <p:cNvPr id="8" name="Object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394575" y="4465955"/>
          <a:ext cx="97155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" showAsIcon="1" r:id="rId3" imgW="971550" imgH="800100" progId="Package">
                  <p:embed/>
                </p:oleObj>
              </mc:Choice>
              <mc:Fallback>
                <p:oleObj name="" showAsIcon="1" r:id="rId3" imgW="971550" imgH="800100" progId="Package">
                  <p:embed/>
                  <p:pic>
                    <p:nvPicPr>
                      <p:cNvPr id="0" name="Picture 102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394575" y="4465955"/>
                        <a:ext cx="97155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5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en-US"/>
              <a:t>Interface and Implementation Classes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/>
              <a:t>Create package utils.</a:t>
            </a:r>
            <a:endParaRPr lang="en-US"/>
          </a:p>
          <a:p>
            <a:r>
              <a:rPr lang="en-US"/>
              <a:t>Write Interface SwapNumbers with single Abstract Method swap.</a:t>
            </a:r>
            <a:endParaRPr lang="en-US"/>
          </a:p>
          <a:p>
            <a:r>
              <a:rPr lang="en-US"/>
              <a:t>Write Class SwapImpl1 by implementing Interface SwapNumbers and implement swap method with temporary variable.</a:t>
            </a:r>
            <a:endParaRPr lang="en-US"/>
          </a:p>
          <a:p>
            <a:r>
              <a:rPr lang="en-US">
                <a:sym typeface="+mn-ea"/>
              </a:rPr>
              <a:t>Write Class SwapImpl2 by implementing Interface SwapNumbers and implement swap method with addition and subtraction.</a:t>
            </a:r>
            <a:endParaRPr lang="en-US">
              <a:sym typeface="+mn-ea"/>
            </a:endParaRPr>
          </a:p>
          <a:p>
            <a:r>
              <a:rPr lang="en-US">
                <a:sym typeface="+mn-ea"/>
              </a:rPr>
              <a:t>Write Class SwapImpl3 by implementing Interface SwapNumbers and implement swap method with multiplication and division.</a:t>
            </a:r>
            <a:endParaRPr lang="en-US">
              <a:sym typeface="+mn-ea"/>
            </a:endParaRPr>
          </a:p>
          <a:p>
            <a:r>
              <a:rPr lang="en-US"/>
              <a:t>Test 3 swap implementations in main method.</a:t>
            </a:r>
            <a:endParaRPr lang="en-US"/>
          </a:p>
        </p:txBody>
      </p:sp>
      <p:graphicFrame>
        <p:nvGraphicFramePr>
          <p:cNvPr id="4" name="Object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154430" y="5584825"/>
          <a:ext cx="97155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" showAsIcon="1" r:id="rId3" imgW="971550" imgH="800100" progId="Package">
                  <p:embed/>
                </p:oleObj>
              </mc:Choice>
              <mc:Fallback>
                <p:oleObj name="" showAsIcon="1" r:id="rId3" imgW="971550" imgH="800100" progId="Package">
                  <p:embed/>
                  <p:pic>
                    <p:nvPicPr>
                      <p:cNvPr id="0" name="Picture 204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54430" y="5584825"/>
                        <a:ext cx="97155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054350" y="5643245"/>
          <a:ext cx="97155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" showAsIcon="1" r:id="rId5" imgW="971550" imgH="800100" progId="Package">
                  <p:embed/>
                </p:oleObj>
              </mc:Choice>
              <mc:Fallback>
                <p:oleObj name="" showAsIcon="1" r:id="rId5" imgW="971550" imgH="800100" progId="Package">
                  <p:embed/>
                  <p:pic>
                    <p:nvPicPr>
                      <p:cNvPr id="0" name="Picture 204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54350" y="5643245"/>
                        <a:ext cx="97155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703445" y="5544185"/>
          <a:ext cx="97155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" showAsIcon="1" r:id="rId7" imgW="971550" imgH="800100" progId="Package">
                  <p:embed/>
                </p:oleObj>
              </mc:Choice>
              <mc:Fallback>
                <p:oleObj name="" showAsIcon="1" r:id="rId7" imgW="971550" imgH="800100" progId="Package">
                  <p:embed/>
                  <p:pic>
                    <p:nvPicPr>
                      <p:cNvPr id="0" name="Picture 205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703445" y="5544185"/>
                        <a:ext cx="97155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581775" y="5449570"/>
          <a:ext cx="97155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" showAsIcon="1" r:id="rId9" imgW="971550" imgH="800100" progId="Package">
                  <p:embed/>
                </p:oleObj>
              </mc:Choice>
              <mc:Fallback>
                <p:oleObj name="" showAsIcon="1" r:id="rId9" imgW="971550" imgH="800100" progId="Package">
                  <p:embed/>
                  <p:pic>
                    <p:nvPicPr>
                      <p:cNvPr id="0" name="Picture 205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581775" y="5449570"/>
                        <a:ext cx="97155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359140" y="5449570"/>
          <a:ext cx="97155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" showAsIcon="1" r:id="rId11" imgW="971550" imgH="800100" progId="Package">
                  <p:embed/>
                </p:oleObj>
              </mc:Choice>
              <mc:Fallback>
                <p:oleObj name="" showAsIcon="1" r:id="rId11" imgW="971550" imgH="800100" progId="Package">
                  <p:embed/>
                  <p:pic>
                    <p:nvPicPr>
                      <p:cNvPr id="0" name="Picture 2052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359140" y="5449570"/>
                        <a:ext cx="97155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Anonymous Classes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/>
              <a:t>Write 3 anonymous classes to implement 3 swapping techniques.</a:t>
            </a:r>
            <a:endParaRPr lang="en-US"/>
          </a:p>
          <a:p>
            <a:r>
              <a:rPr lang="en-US"/>
              <a:t>Create interface object by implementing anonymous class and call swap method.</a:t>
            </a:r>
            <a:endParaRPr lang="en-US"/>
          </a:p>
        </p:txBody>
      </p:sp>
      <p:graphicFrame>
        <p:nvGraphicFramePr>
          <p:cNvPr id="4" name="Object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124325" y="3202305"/>
          <a:ext cx="97155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" name="" showAsIcon="1" r:id="rId3" imgW="971550" imgH="800100" progId="Package">
                  <p:embed/>
                </p:oleObj>
              </mc:Choice>
              <mc:Fallback>
                <p:oleObj name="" showAsIcon="1" r:id="rId3" imgW="971550" imgH="800100" progId="Package">
                  <p:embed/>
                  <p:pic>
                    <p:nvPicPr>
                      <p:cNvPr id="0" name="Picture 307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24325" y="3202305"/>
                        <a:ext cx="97155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5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Lambda Expressions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/>
              <a:t>Convert Anonymous classes into Lambda Expressions.</a:t>
            </a:r>
            <a:endParaRPr lang="en-US"/>
          </a:p>
          <a:p>
            <a:r>
              <a:rPr lang="en-US"/>
              <a:t>Run the program.</a:t>
            </a:r>
            <a:endParaRPr lang="en-US"/>
          </a:p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9425" y="2633980"/>
            <a:ext cx="4940935" cy="2719070"/>
          </a:xfrm>
          <a:prstGeom prst="rect">
            <a:avLst/>
          </a:prstGeom>
        </p:spPr>
      </p:pic>
      <p:graphicFrame>
        <p:nvGraphicFramePr>
          <p:cNvPr id="5" name="Object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423150" y="4552950"/>
          <a:ext cx="97155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" name="" showAsIcon="1" r:id="rId4" imgW="971550" imgH="800100" progId="Package">
                  <p:embed/>
                </p:oleObj>
              </mc:Choice>
              <mc:Fallback>
                <p:oleObj name="" showAsIcon="1" r:id="rId4" imgW="971550" imgH="800100" progId="Package">
                  <p:embed/>
                  <p:pic>
                    <p:nvPicPr>
                      <p:cNvPr id="0" name="Picture 409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423150" y="4552950"/>
                        <a:ext cx="97155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6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AICARD_INVALID" val="Invalid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1118</Words>
  <Application>WPS Presentation</Application>
  <PresentationFormat>Widescreen</PresentationFormat>
  <Paragraphs>32</Paragraphs>
  <Slides>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8</vt:i4>
      </vt:variant>
      <vt:variant>
        <vt:lpstr>幻灯片标题</vt:lpstr>
      </vt:variant>
      <vt:variant>
        <vt:i4>5</vt:i4>
      </vt:variant>
    </vt:vector>
  </HeadingPairs>
  <TitlesOfParts>
    <vt:vector size="21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WPS</vt:lpstr>
      <vt:lpstr>Package</vt:lpstr>
      <vt:lpstr>Package</vt:lpstr>
      <vt:lpstr>Package</vt:lpstr>
      <vt:lpstr>Package</vt:lpstr>
      <vt:lpstr>Package</vt:lpstr>
      <vt:lpstr>Package</vt:lpstr>
      <vt:lpstr>Package</vt:lpstr>
      <vt:lpstr>Package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Lambda</dc:title>
  <dc:creator>rusht</dc:creator>
  <cp:lastModifiedBy>John Philip</cp:lastModifiedBy>
  <cp:revision>3</cp:revision>
  <dcterms:created xsi:type="dcterms:W3CDTF">2026-10-25T14:01:48Z</dcterms:created>
  <dcterms:modified xsi:type="dcterms:W3CDTF">2026-10-25T14:39:02Z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6B87120836544B739EACD5871B30233E_11</vt:lpwstr>
  </property>
</Properties>
</file>