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2" r:id="rId15"/>
    <p:sldId id="273" r:id="rId16"/>
    <p:sldId id="274" r:id="rId17"/>
    <p:sldId id="285" r:id="rId18"/>
    <p:sldId id="286" r:id="rId19"/>
    <p:sldId id="287" r:id="rId20"/>
    <p:sldId id="275" r:id="rId21"/>
    <p:sldId id="288" r:id="rId22"/>
    <p:sldId id="289" r:id="rId23"/>
    <p:sldId id="290" r:id="rId24"/>
    <p:sldId id="291" r:id="rId25"/>
    <p:sldId id="292" r:id="rId26"/>
    <p:sldId id="293" r:id="rId27"/>
    <p:sldId id="295" r:id="rId28"/>
    <p:sldId id="294" r:id="rId29"/>
    <p:sldId id="296" r:id="rId30"/>
    <p:sldId id="297" r:id="rId31"/>
    <p:sldId id="298" r:id="rId32"/>
    <p:sldId id="280" r:id="rId33"/>
    <p:sldId id="299" r:id="rId34"/>
    <p:sldId id="281" r:id="rId35"/>
    <p:sldId id="300" r:id="rId36"/>
    <p:sldId id="301" r:id="rId37"/>
    <p:sldId id="302" r:id="rId3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6416" autoAdjust="0"/>
  </p:normalViewPr>
  <p:slideViewPr>
    <p:cSldViewPr>
      <p:cViewPr>
        <p:scale>
          <a:sx n="75" d="100"/>
          <a:sy n="75" d="100"/>
        </p:scale>
        <p:origin x="-1236" y="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31.wmf"/><Relationship Id="rId1" Type="http://schemas.openxmlformats.org/officeDocument/2006/relationships/image" Target="../media/image30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33.wmf"/><Relationship Id="rId1" Type="http://schemas.openxmlformats.org/officeDocument/2006/relationships/image" Target="../media/image32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5.wmf"/><Relationship Id="rId1" Type="http://schemas.openxmlformats.org/officeDocument/2006/relationships/image" Target="../media/image34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7.wmf"/><Relationship Id="rId1" Type="http://schemas.openxmlformats.org/officeDocument/2006/relationships/image" Target="../media/image36.w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39.wmf"/><Relationship Id="rId1" Type="http://schemas.openxmlformats.org/officeDocument/2006/relationships/image" Target="../media/image38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w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44.wmf"/><Relationship Id="rId1" Type="http://schemas.openxmlformats.org/officeDocument/2006/relationships/image" Target="../media/image43.w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46.wmf"/><Relationship Id="rId1" Type="http://schemas.openxmlformats.org/officeDocument/2006/relationships/image" Target="../media/image45.w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53.wmf"/><Relationship Id="rId1" Type="http://schemas.openxmlformats.org/officeDocument/2006/relationships/image" Target="../media/image52.w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54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55DC0-6C6A-4FBF-AFD8-4EABC90ECA31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EB8D8-98AC-42AE-8E50-E4CD76B148E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55DC0-6C6A-4FBF-AFD8-4EABC90ECA31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EB8D8-98AC-42AE-8E50-E4CD76B148E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55DC0-6C6A-4FBF-AFD8-4EABC90ECA31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EB8D8-98AC-42AE-8E50-E4CD76B148E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55DC0-6C6A-4FBF-AFD8-4EABC90ECA31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EB8D8-98AC-42AE-8E50-E4CD76B148E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55DC0-6C6A-4FBF-AFD8-4EABC90ECA31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EB8D8-98AC-42AE-8E50-E4CD76B148E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55DC0-6C6A-4FBF-AFD8-4EABC90ECA31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EB8D8-98AC-42AE-8E50-E4CD76B148E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55DC0-6C6A-4FBF-AFD8-4EABC90ECA31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EB8D8-98AC-42AE-8E50-E4CD76B148E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55DC0-6C6A-4FBF-AFD8-4EABC90ECA31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EB8D8-98AC-42AE-8E50-E4CD76B148E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55DC0-6C6A-4FBF-AFD8-4EABC90ECA31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EB8D8-98AC-42AE-8E50-E4CD76B148E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55DC0-6C6A-4FBF-AFD8-4EABC90ECA31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EB8D8-98AC-42AE-8E50-E4CD76B148E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55DC0-6C6A-4FBF-AFD8-4EABC90ECA31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EB8D8-98AC-42AE-8E50-E4CD76B148E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255DC0-6C6A-4FBF-AFD8-4EABC90ECA31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4EB8D8-98AC-42AE-8E50-E4CD76B148E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code.visualstudio.com/docs/languages/java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oleObject" Target="../embeddings/oleObject5.bin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oleObject" Target="../embeddings/oleObject10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oleObject" Target="../embeddings/oleObject12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4" Type="http://schemas.openxmlformats.org/officeDocument/2006/relationships/oleObject" Target="../embeddings/oleObject14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4" Type="http://schemas.openxmlformats.org/officeDocument/2006/relationships/oleObject" Target="../embeddings/oleObject16.bin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4" Type="http://schemas.openxmlformats.org/officeDocument/2006/relationships/oleObject" Target="../embeddings/oleObject18.bin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4" Type="http://schemas.openxmlformats.org/officeDocument/2006/relationships/oleObject" Target="../embeddings/oleObject23.bin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4" Type="http://schemas.openxmlformats.org/officeDocument/2006/relationships/oleObject" Target="../embeddings/oleObject25.bin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4" Type="http://schemas.openxmlformats.org/officeDocument/2006/relationships/oleObject" Target="../embeddings/oleObject27.bin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Java – Hands 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Career Craft Academy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6908"/>
          </a:xfrm>
        </p:spPr>
        <p:txBody>
          <a:bodyPr/>
          <a:lstStyle/>
          <a:p>
            <a:r>
              <a:rPr lang="en-US" dirty="0" smtClean="0"/>
              <a:t>Install VS Code with Java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1214423"/>
            <a:ext cx="8229600" cy="1214446"/>
          </a:xfrm>
        </p:spPr>
        <p:txBody>
          <a:bodyPr/>
          <a:lstStyle/>
          <a:p>
            <a:r>
              <a:rPr lang="en-US" dirty="0" smtClean="0">
                <a:hlinkClick r:id="rId2"/>
              </a:rPr>
              <a:t>https://code.visualstudio.com/docs/languages/java</a:t>
            </a:r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81112" y="2428868"/>
            <a:ext cx="6991350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Java Fundamentals And Project Setup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JDK, JRE, JVM, Compilation and Execution</a:t>
            </a:r>
          </a:p>
          <a:p>
            <a:r>
              <a:rPr lang="en-US" dirty="0" smtClean="0"/>
              <a:t>main method, variables, data types and operators.</a:t>
            </a:r>
          </a:p>
          <a:p>
            <a:r>
              <a:rPr lang="en-US" dirty="0" smtClean="0"/>
              <a:t>if, switch, loops and console output</a:t>
            </a:r>
          </a:p>
          <a:p>
            <a:r>
              <a:rPr lang="en-US" dirty="0" smtClean="0"/>
              <a:t>Create the project and display the library menu.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4290"/>
            <a:ext cx="8229600" cy="71438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Java Program Structure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00108"/>
            <a:ext cx="8229600" cy="5126055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dirty="0" smtClean="0"/>
              <a:t>Workspace Folder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Java Project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	Java Package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		Java Class{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			Data Type variable1;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			Data Type variable2;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			Data Type </a:t>
            </a:r>
            <a:r>
              <a:rPr lang="en-US" dirty="0" err="1" smtClean="0"/>
              <a:t>variableN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			Method1(){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				statement1;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				statement2;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				</a:t>
            </a:r>
            <a:r>
              <a:rPr lang="en-US" dirty="0" err="1" smtClean="0"/>
              <a:t>statementN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				}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			Method2(){}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			</a:t>
            </a:r>
            <a:r>
              <a:rPr lang="en-US" dirty="0" err="1" smtClean="0"/>
              <a:t>MethodN</a:t>
            </a:r>
            <a:r>
              <a:rPr lang="en-US" dirty="0" smtClean="0"/>
              <a:t>(){}</a:t>
            </a:r>
          </a:p>
          <a:p>
            <a:pPr>
              <a:buNone/>
            </a:pPr>
            <a:r>
              <a:rPr lang="en-US" dirty="0" smtClean="0"/>
              <a:t>			}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Create Workspace Folder in Desktop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5786" y="1500174"/>
            <a:ext cx="6072230" cy="45628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Open Command Prompt from Workspace folder</a:t>
            </a:r>
            <a:endParaRPr lang="en-US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1714488"/>
            <a:ext cx="7786742" cy="1357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500034" y="3143256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Open VS Code from Command Prompt</a:t>
            </a:r>
          </a:p>
        </p:txBody>
      </p: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85786" y="4214818"/>
            <a:ext cx="6572296" cy="19330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Create New Java Project</a:t>
            </a:r>
            <a:endParaRPr lang="en-US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5559" y="2214554"/>
            <a:ext cx="8998441" cy="10715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42976" y="4786322"/>
            <a:ext cx="6086475" cy="1095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itle 1"/>
          <p:cNvSpPr txBox="1">
            <a:spLocks/>
          </p:cNvSpPr>
          <p:nvPr/>
        </p:nvSpPr>
        <p:spPr>
          <a:xfrm>
            <a:off x="928662" y="1571612"/>
            <a:ext cx="6500858" cy="4286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Ctrl + Shift + P</a:t>
            </a:r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928662" y="4070376"/>
            <a:ext cx="6572296" cy="4301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No</a:t>
            </a:r>
            <a:r>
              <a:rPr kumimoji="0" lang="en-US" sz="44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Build Tools</a:t>
            </a:r>
            <a:endParaRPr kumimoji="0" lang="en-US" sz="4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Select Project Location Folder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7783" y="1428736"/>
            <a:ext cx="6353175" cy="453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Project Name</a:t>
            </a: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1" y="1857364"/>
            <a:ext cx="7962759" cy="1214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42976" y="4000504"/>
            <a:ext cx="6010275" cy="1857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Create Java Package (base)</a:t>
            </a:r>
            <a:endParaRPr lang="en-US" dirty="0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43174" y="1571612"/>
            <a:ext cx="2667000" cy="282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00232" y="5429264"/>
            <a:ext cx="3924300" cy="75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Create Java Class</a:t>
            </a:r>
            <a:endParaRPr lang="en-US" dirty="0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8662" y="1357298"/>
            <a:ext cx="6542530" cy="3000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357422" y="5572140"/>
            <a:ext cx="3724275" cy="75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Java Class with main method</a:t>
            </a:r>
            <a:endParaRPr lang="en-US" dirty="0"/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1428736"/>
            <a:ext cx="8337024" cy="2714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Run and check the output in terminal / console</a:t>
            </a:r>
            <a:endParaRPr lang="en-US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0958" y="1571612"/>
            <a:ext cx="8830198" cy="4591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6908"/>
          </a:xfrm>
        </p:spPr>
        <p:txBody>
          <a:bodyPr/>
          <a:lstStyle/>
          <a:p>
            <a:r>
              <a:rPr lang="en-US" dirty="0" smtClean="0"/>
              <a:t>model package</a:t>
            </a:r>
            <a:endParaRPr lang="en-US" dirty="0"/>
          </a:p>
        </p:txBody>
      </p:sp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2910" y="1142984"/>
            <a:ext cx="7072362" cy="35551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85918" y="5214950"/>
            <a:ext cx="4552950" cy="828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create class Book</a:t>
            </a:r>
            <a:endParaRPr lang="en-US" dirty="0"/>
          </a:p>
        </p:txBody>
      </p:sp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2911" y="1428736"/>
            <a:ext cx="6858048" cy="254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293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28794" y="4357694"/>
            <a:ext cx="4667250" cy="666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 Book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dirty="0"/>
              <a:t>package </a:t>
            </a:r>
            <a:r>
              <a:rPr lang="en-US" dirty="0" err="1"/>
              <a:t>edu.su.john.lms.model</a:t>
            </a:r>
            <a:r>
              <a:rPr lang="en-US" dirty="0"/>
              <a:t>;</a:t>
            </a:r>
          </a:p>
          <a:p>
            <a:pPr>
              <a:buNone/>
            </a:pPr>
            <a:r>
              <a:rPr lang="en-US" dirty="0"/>
              <a:t/>
            </a:r>
            <a:br>
              <a:rPr lang="en-US" dirty="0"/>
            </a:br>
            <a:r>
              <a:rPr lang="en-US" dirty="0"/>
              <a:t>public class Book {</a:t>
            </a:r>
          </a:p>
          <a:p>
            <a:pPr>
              <a:buNone/>
            </a:pPr>
            <a:r>
              <a:rPr lang="en-US" dirty="0"/>
              <a:t>    </a:t>
            </a:r>
            <a:r>
              <a:rPr lang="en-US" dirty="0" smtClean="0"/>
              <a:t>public </a:t>
            </a:r>
            <a:r>
              <a:rPr lang="en-US" dirty="0" err="1"/>
              <a:t>int</a:t>
            </a:r>
            <a:r>
              <a:rPr lang="en-US" dirty="0"/>
              <a:t> id;</a:t>
            </a:r>
          </a:p>
          <a:p>
            <a:pPr>
              <a:buNone/>
            </a:pPr>
            <a:r>
              <a:rPr lang="en-US" dirty="0"/>
              <a:t>    </a:t>
            </a:r>
            <a:r>
              <a:rPr lang="en-US" dirty="0" smtClean="0"/>
              <a:t>public </a:t>
            </a:r>
            <a:r>
              <a:rPr lang="en-US" dirty="0"/>
              <a:t>String title; </a:t>
            </a:r>
          </a:p>
          <a:p>
            <a:pPr>
              <a:buNone/>
            </a:pPr>
            <a:r>
              <a:rPr lang="en-US" dirty="0"/>
              <a:t>    </a:t>
            </a:r>
            <a:r>
              <a:rPr lang="en-US" dirty="0" smtClean="0"/>
              <a:t>public </a:t>
            </a:r>
            <a:r>
              <a:rPr lang="en-US" dirty="0"/>
              <a:t>String author; </a:t>
            </a:r>
          </a:p>
          <a:p>
            <a:pPr>
              <a:buNone/>
            </a:pPr>
            <a:r>
              <a:rPr lang="en-US" dirty="0"/>
              <a:t>    </a:t>
            </a:r>
            <a:r>
              <a:rPr lang="en-US" dirty="0" smtClean="0"/>
              <a:t>public </a:t>
            </a:r>
            <a:r>
              <a:rPr lang="en-US" dirty="0"/>
              <a:t>String category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    public Double price;</a:t>
            </a:r>
            <a:endParaRPr lang="en-US" dirty="0"/>
          </a:p>
          <a:p>
            <a:pPr>
              <a:buNone/>
            </a:pPr>
            <a:r>
              <a:rPr lang="en-US" dirty="0"/>
              <a:t>    </a:t>
            </a:r>
            <a:r>
              <a:rPr lang="en-US" dirty="0" smtClean="0"/>
              <a:t>public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totalCopies</a:t>
            </a:r>
            <a:r>
              <a:rPr lang="en-US" dirty="0"/>
              <a:t>;</a:t>
            </a:r>
          </a:p>
          <a:p>
            <a:pPr>
              <a:buNone/>
            </a:pPr>
            <a:r>
              <a:rPr lang="en-US" dirty="0"/>
              <a:t>    </a:t>
            </a:r>
            <a:r>
              <a:rPr lang="en-US" dirty="0" smtClean="0"/>
              <a:t>public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availableCopies</a:t>
            </a:r>
            <a:r>
              <a:rPr lang="en-US" dirty="0"/>
              <a:t>;</a:t>
            </a:r>
          </a:p>
          <a:p>
            <a:pPr>
              <a:buNone/>
            </a:pPr>
            <a:r>
              <a:rPr lang="en-US" dirty="0"/>
              <a:t>    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}</a:t>
            </a:r>
          </a:p>
          <a:p>
            <a:pPr>
              <a:buNone/>
            </a:pPr>
            <a:endParaRPr lang="en-US" dirty="0"/>
          </a:p>
        </p:txBody>
      </p:sp>
      <p:graphicFrame>
        <p:nvGraphicFramePr>
          <p:cNvPr id="7170" name="Object 2"/>
          <p:cNvGraphicFramePr>
            <a:graphicFrameLocks noChangeAspect="1"/>
          </p:cNvGraphicFramePr>
          <p:nvPr/>
        </p:nvGraphicFramePr>
        <p:xfrm>
          <a:off x="5727700" y="2984500"/>
          <a:ext cx="701675" cy="582613"/>
        </p:xfrm>
        <a:graphic>
          <a:graphicData uri="http://schemas.openxmlformats.org/presentationml/2006/ole">
            <p:oleObj spid="_x0000_s7170" name="Packager Shell Object" showAsIcon="1" r:id="rId3" imgW="702360" imgH="582120" progId="Package">
              <p:embed/>
            </p:oleObj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 Demo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Create 3 book objects.</a:t>
            </a:r>
          </a:p>
          <a:p>
            <a:r>
              <a:rPr lang="en-US" dirty="0" smtClean="0"/>
              <a:t>Set values for 3 books.</a:t>
            </a:r>
          </a:p>
          <a:p>
            <a:r>
              <a:rPr lang="en-US" dirty="0" smtClean="0"/>
              <a:t>Print heading</a:t>
            </a:r>
          </a:p>
          <a:p>
            <a:r>
              <a:rPr lang="en-US" dirty="0" smtClean="0"/>
              <a:t>Get 3 book values and print as rows.</a:t>
            </a:r>
            <a:endParaRPr lang="en-US" dirty="0"/>
          </a:p>
        </p:txBody>
      </p:sp>
      <p:graphicFrame>
        <p:nvGraphicFramePr>
          <p:cNvPr id="8194" name="Object 2"/>
          <p:cNvGraphicFramePr>
            <a:graphicFrameLocks noChangeAspect="1"/>
          </p:cNvGraphicFramePr>
          <p:nvPr/>
        </p:nvGraphicFramePr>
        <p:xfrm>
          <a:off x="6429388" y="857232"/>
          <a:ext cx="766763" cy="582613"/>
        </p:xfrm>
        <a:graphic>
          <a:graphicData uri="http://schemas.openxmlformats.org/presentationml/2006/ole">
            <p:oleObj spid="_x0000_s8194" name="Packager Shell Object" showAsIcon="1" r:id="rId3" imgW="767160" imgH="582120" progId="Package">
              <p:embed/>
            </p:oleObj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 Demo - Formatted output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Use </a:t>
            </a:r>
            <a:r>
              <a:rPr lang="en-US" dirty="0" err="1" smtClean="0"/>
              <a:t>System.out.printf</a:t>
            </a:r>
            <a:r>
              <a:rPr lang="en-US" dirty="0" smtClean="0"/>
              <a:t> to format the output.</a:t>
            </a:r>
            <a:endParaRPr lang="en-US" dirty="0"/>
          </a:p>
        </p:txBody>
      </p:sp>
      <p:graphicFrame>
        <p:nvGraphicFramePr>
          <p:cNvPr id="9218" name="Object 2"/>
          <p:cNvGraphicFramePr>
            <a:graphicFrameLocks noChangeAspect="1"/>
          </p:cNvGraphicFramePr>
          <p:nvPr/>
        </p:nvGraphicFramePr>
        <p:xfrm>
          <a:off x="2786050" y="2786058"/>
          <a:ext cx="766763" cy="582613"/>
        </p:xfrm>
        <a:graphic>
          <a:graphicData uri="http://schemas.openxmlformats.org/presentationml/2006/ole">
            <p:oleObj spid="_x0000_s9218" name="Packager Shell Object" showAsIcon="1" r:id="rId3" imgW="767160" imgH="582120" progId="Package">
              <p:embed/>
            </p:oleObj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class Book - Access </a:t>
            </a:r>
            <a:r>
              <a:rPr lang="en-US" dirty="0" err="1" smtClean="0"/>
              <a:t>Specifiers</a:t>
            </a:r>
            <a:r>
              <a:rPr lang="en-US" dirty="0" smtClean="0"/>
              <a:t> – Public and Private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Change all public properties to private properties in class Book.</a:t>
            </a:r>
          </a:p>
          <a:p>
            <a:r>
              <a:rPr lang="en-US" dirty="0" smtClean="0"/>
              <a:t>Generate Getters and Setters.</a:t>
            </a:r>
          </a:p>
          <a:p>
            <a:endParaRPr lang="en-US" dirty="0"/>
          </a:p>
        </p:txBody>
      </p:sp>
      <p:graphicFrame>
        <p:nvGraphicFramePr>
          <p:cNvPr id="10242" name="Object 2"/>
          <p:cNvGraphicFramePr>
            <a:graphicFrameLocks noChangeAspect="1"/>
          </p:cNvGraphicFramePr>
          <p:nvPr/>
        </p:nvGraphicFramePr>
        <p:xfrm>
          <a:off x="6072198" y="2071678"/>
          <a:ext cx="701675" cy="582613"/>
        </p:xfrm>
        <a:graphic>
          <a:graphicData uri="http://schemas.openxmlformats.org/presentationml/2006/ole">
            <p:oleObj spid="_x0000_s10242" name="Packager Shell Object" showAsIcon="1" r:id="rId3" imgW="702360" imgH="582120" progId="Package">
              <p:embed/>
            </p:oleObj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rmAutofit fontScale="90000"/>
          </a:bodyPr>
          <a:lstStyle/>
          <a:p>
            <a:r>
              <a:rPr lang="en-US" sz="2700" dirty="0" smtClean="0"/>
              <a:t>Right Click </a:t>
            </a:r>
            <a:r>
              <a:rPr lang="en-US" sz="2700" dirty="0" smtClean="0"/>
              <a:t>–&gt; </a:t>
            </a:r>
            <a:r>
              <a:rPr lang="en-US" sz="2700" dirty="0" smtClean="0"/>
              <a:t>Source </a:t>
            </a:r>
            <a:r>
              <a:rPr lang="en-US" sz="2700" dirty="0" smtClean="0"/>
              <a:t>Action -&gt; Generate Getters &amp; Setters -&gt; Select All</a:t>
            </a:r>
            <a:endParaRPr lang="en-US" dirty="0"/>
          </a:p>
        </p:txBody>
      </p:sp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85918" y="1142984"/>
            <a:ext cx="4357718" cy="33369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7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714480" y="4786322"/>
            <a:ext cx="4743450" cy="165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11266" name="Object 2"/>
          <p:cNvGraphicFramePr>
            <a:graphicFrameLocks noChangeAspect="1"/>
          </p:cNvGraphicFramePr>
          <p:nvPr/>
        </p:nvGraphicFramePr>
        <p:xfrm>
          <a:off x="6896100" y="2730500"/>
          <a:ext cx="701675" cy="582613"/>
        </p:xfrm>
        <a:graphic>
          <a:graphicData uri="http://schemas.openxmlformats.org/presentationml/2006/ole">
            <p:oleObj spid="_x0000_s11266" name="Packager Shell Object" showAsIcon="1" r:id="rId5" imgW="702360" imgH="582120" progId="Package">
              <p:embed/>
            </p:oleObj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 Demo - main 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Modify program by using setters and getters.</a:t>
            </a:r>
          </a:p>
          <a:p>
            <a:r>
              <a:rPr lang="en-US" dirty="0" smtClean="0"/>
              <a:t>Run the program.</a:t>
            </a:r>
            <a:endParaRPr lang="en-US" dirty="0"/>
          </a:p>
        </p:txBody>
      </p:sp>
      <p:graphicFrame>
        <p:nvGraphicFramePr>
          <p:cNvPr id="12290" name="Object 2"/>
          <p:cNvGraphicFramePr>
            <a:graphicFrameLocks noChangeAspect="1"/>
          </p:cNvGraphicFramePr>
          <p:nvPr/>
        </p:nvGraphicFramePr>
        <p:xfrm>
          <a:off x="3071802" y="3214686"/>
          <a:ext cx="766763" cy="582613"/>
        </p:xfrm>
        <a:graphic>
          <a:graphicData uri="http://schemas.openxmlformats.org/presentationml/2006/ole">
            <p:oleObj spid="_x0000_s12290" name="Packager Shell Object" showAsIcon="1" r:id="rId3" imgW="767160" imgH="582120" progId="Package">
              <p:embed/>
            </p:oleObj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 Book – </a:t>
            </a:r>
            <a:r>
              <a:rPr lang="en-US" dirty="0" err="1" smtClean="0"/>
              <a:t>toString</a:t>
            </a:r>
            <a:r>
              <a:rPr lang="en-US" dirty="0" smtClean="0"/>
              <a:t>()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Right click -&gt; Source Action -&gt; Generate </a:t>
            </a:r>
            <a:r>
              <a:rPr lang="en-US" dirty="0" err="1" smtClean="0"/>
              <a:t>toString</a:t>
            </a:r>
            <a:r>
              <a:rPr lang="en-US" dirty="0" smtClean="0"/>
              <a:t>() -&gt; Ok</a:t>
            </a:r>
          </a:p>
          <a:p>
            <a:r>
              <a:rPr lang="en-US" dirty="0" smtClean="0"/>
              <a:t>Modify the </a:t>
            </a:r>
            <a:r>
              <a:rPr lang="en-US" dirty="0" err="1" smtClean="0"/>
              <a:t>overrided</a:t>
            </a:r>
            <a:r>
              <a:rPr lang="en-US" dirty="0" smtClean="0"/>
              <a:t> </a:t>
            </a:r>
            <a:r>
              <a:rPr lang="en-US" dirty="0" err="1" smtClean="0"/>
              <a:t>toString</a:t>
            </a:r>
            <a:r>
              <a:rPr lang="en-US" dirty="0" smtClean="0"/>
              <a:t> method()</a:t>
            </a:r>
          </a:p>
          <a:p>
            <a:endParaRPr lang="en-US" dirty="0"/>
          </a:p>
        </p:txBody>
      </p:sp>
      <p:graphicFrame>
        <p:nvGraphicFramePr>
          <p:cNvPr id="13314" name="Object 2"/>
          <p:cNvGraphicFramePr>
            <a:graphicFrameLocks noChangeAspect="1"/>
          </p:cNvGraphicFramePr>
          <p:nvPr/>
        </p:nvGraphicFramePr>
        <p:xfrm>
          <a:off x="3714744" y="3714752"/>
          <a:ext cx="701675" cy="582613"/>
        </p:xfrm>
        <a:graphic>
          <a:graphicData uri="http://schemas.openxmlformats.org/presentationml/2006/ole">
            <p:oleObj spid="_x0000_s13314" name="Packager Shell Object" showAsIcon="1" r:id="rId3" imgW="702360" imgH="582120" progId="Package">
              <p:embed/>
            </p:oleObj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 Demo – print objects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Modify the main function.</a:t>
            </a:r>
          </a:p>
          <a:p>
            <a:r>
              <a:rPr lang="en-US" dirty="0" smtClean="0"/>
              <a:t>Run the program. </a:t>
            </a:r>
            <a:endParaRPr lang="en-US" dirty="0"/>
          </a:p>
        </p:txBody>
      </p:sp>
      <p:graphicFrame>
        <p:nvGraphicFramePr>
          <p:cNvPr id="14338" name="Object 2"/>
          <p:cNvGraphicFramePr>
            <a:graphicFrameLocks noChangeAspect="1"/>
          </p:cNvGraphicFramePr>
          <p:nvPr/>
        </p:nvGraphicFramePr>
        <p:xfrm>
          <a:off x="5429256" y="1643050"/>
          <a:ext cx="766763" cy="582613"/>
        </p:xfrm>
        <a:graphic>
          <a:graphicData uri="http://schemas.openxmlformats.org/presentationml/2006/ole">
            <p:oleObj spid="_x0000_s14338" name="Packager Shell Object" showAsIcon="1" r:id="rId3" imgW="767160" imgH="582120" progId="Package">
              <p:embed/>
            </p:oleObj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class Book – static method to print Heading.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Add a static method ‘</a:t>
            </a:r>
            <a:r>
              <a:rPr lang="en-US" dirty="0" err="1" smtClean="0"/>
              <a:t>printHeading</a:t>
            </a:r>
            <a:r>
              <a:rPr lang="en-US" dirty="0" smtClean="0"/>
              <a:t>’ in class Book.</a:t>
            </a:r>
          </a:p>
          <a:p>
            <a:r>
              <a:rPr lang="en-US" dirty="0" smtClean="0"/>
              <a:t>Call the static method in main method.</a:t>
            </a:r>
            <a:endParaRPr lang="en-US" dirty="0"/>
          </a:p>
        </p:txBody>
      </p:sp>
      <p:graphicFrame>
        <p:nvGraphicFramePr>
          <p:cNvPr id="15362" name="Object 2"/>
          <p:cNvGraphicFramePr>
            <a:graphicFrameLocks noChangeAspect="1"/>
          </p:cNvGraphicFramePr>
          <p:nvPr/>
        </p:nvGraphicFramePr>
        <p:xfrm>
          <a:off x="1571604" y="3786190"/>
          <a:ext cx="701675" cy="582613"/>
        </p:xfrm>
        <a:graphic>
          <a:graphicData uri="http://schemas.openxmlformats.org/presentationml/2006/ole">
            <p:oleObj spid="_x0000_s15362" name="Packager Shell Object" showAsIcon="1" r:id="rId3" imgW="702360" imgH="582120" progId="Package">
              <p:embed/>
            </p:oleObj>
          </a:graphicData>
        </a:graphic>
      </p:graphicFrame>
      <p:graphicFrame>
        <p:nvGraphicFramePr>
          <p:cNvPr id="15363" name="Object 3"/>
          <p:cNvGraphicFramePr>
            <a:graphicFrameLocks noChangeAspect="1"/>
          </p:cNvGraphicFramePr>
          <p:nvPr/>
        </p:nvGraphicFramePr>
        <p:xfrm>
          <a:off x="3500430" y="3786190"/>
          <a:ext cx="766763" cy="582613"/>
        </p:xfrm>
        <a:graphic>
          <a:graphicData uri="http://schemas.openxmlformats.org/presentationml/2006/ole">
            <p:oleObj spid="_x0000_s15363" name="Packager Shell Object" showAsIcon="1" r:id="rId4" imgW="767160" imgH="582120" progId="Package">
              <p:embed/>
            </p:oleObj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class Book – instance method to scan data for object.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Add a new instance method </a:t>
            </a:r>
            <a:r>
              <a:rPr lang="en-US" dirty="0" err="1" smtClean="0"/>
              <a:t>scanBook</a:t>
            </a:r>
            <a:r>
              <a:rPr lang="en-US" dirty="0" smtClean="0"/>
              <a:t> in class Book.</a:t>
            </a:r>
          </a:p>
          <a:p>
            <a:r>
              <a:rPr lang="en-US" dirty="0" smtClean="0"/>
              <a:t>Call the </a:t>
            </a:r>
            <a:r>
              <a:rPr lang="en-US" dirty="0" err="1" smtClean="0"/>
              <a:t>scanBook</a:t>
            </a:r>
            <a:r>
              <a:rPr lang="en-US" dirty="0" smtClean="0"/>
              <a:t> method in main method.</a:t>
            </a:r>
          </a:p>
          <a:p>
            <a:r>
              <a:rPr lang="en-US" dirty="0" smtClean="0"/>
              <a:t>Run the program.</a:t>
            </a:r>
          </a:p>
          <a:p>
            <a:endParaRPr lang="en-US" dirty="0"/>
          </a:p>
        </p:txBody>
      </p:sp>
      <p:graphicFrame>
        <p:nvGraphicFramePr>
          <p:cNvPr id="16386" name="Object 2"/>
          <p:cNvGraphicFramePr>
            <a:graphicFrameLocks noChangeAspect="1"/>
          </p:cNvGraphicFramePr>
          <p:nvPr/>
        </p:nvGraphicFramePr>
        <p:xfrm>
          <a:off x="3000364" y="4286256"/>
          <a:ext cx="766763" cy="582613"/>
        </p:xfrm>
        <a:graphic>
          <a:graphicData uri="http://schemas.openxmlformats.org/presentationml/2006/ole">
            <p:oleObj spid="_x0000_s16386" name="Packager Shell Object" showAsIcon="1" r:id="rId3" imgW="767160" imgH="582120" progId="Package">
              <p:embed/>
            </p:oleObj>
          </a:graphicData>
        </a:graphic>
      </p:graphicFrame>
      <p:graphicFrame>
        <p:nvGraphicFramePr>
          <p:cNvPr id="16387" name="Object 3"/>
          <p:cNvGraphicFramePr>
            <a:graphicFrameLocks noChangeAspect="1"/>
          </p:cNvGraphicFramePr>
          <p:nvPr/>
        </p:nvGraphicFramePr>
        <p:xfrm>
          <a:off x="1357290" y="4357694"/>
          <a:ext cx="701675" cy="582613"/>
        </p:xfrm>
        <a:graphic>
          <a:graphicData uri="http://schemas.openxmlformats.org/presentationml/2006/ole">
            <p:oleObj spid="_x0000_s16387" name="Packager Shell Object" showAsIcon="1" r:id="rId4" imgW="702360" imgH="582120" progId="Package">
              <p:embed/>
            </p:oleObj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Constructors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Right Click -&gt; Source Action -&gt; Generate Constructors. Don’t select Scanner.</a:t>
            </a:r>
          </a:p>
          <a:p>
            <a:r>
              <a:rPr lang="en-US" dirty="0" smtClean="0"/>
              <a:t>Generate Default and Parameterized constructors in class Book.</a:t>
            </a:r>
          </a:p>
          <a:p>
            <a:r>
              <a:rPr lang="en-US" dirty="0" smtClean="0"/>
              <a:t>Modify main method to use book constructors to create objects. </a:t>
            </a:r>
          </a:p>
          <a:p>
            <a:r>
              <a:rPr lang="en-US" dirty="0" smtClean="0"/>
              <a:t>Run the program.</a:t>
            </a:r>
            <a:endParaRPr lang="en-US" dirty="0"/>
          </a:p>
        </p:txBody>
      </p:sp>
      <p:graphicFrame>
        <p:nvGraphicFramePr>
          <p:cNvPr id="17410" name="Object 2"/>
          <p:cNvGraphicFramePr>
            <a:graphicFrameLocks noChangeAspect="1"/>
          </p:cNvGraphicFramePr>
          <p:nvPr/>
        </p:nvGraphicFramePr>
        <p:xfrm>
          <a:off x="1857356" y="5572140"/>
          <a:ext cx="701675" cy="582613"/>
        </p:xfrm>
        <a:graphic>
          <a:graphicData uri="http://schemas.openxmlformats.org/presentationml/2006/ole">
            <p:oleObj spid="_x0000_s17410" name="Packager Shell Object" showAsIcon="1" r:id="rId3" imgW="702360" imgH="582120" progId="Package">
              <p:embed/>
            </p:oleObj>
          </a:graphicData>
        </a:graphic>
      </p:graphicFrame>
      <p:graphicFrame>
        <p:nvGraphicFramePr>
          <p:cNvPr id="17411" name="Object 3"/>
          <p:cNvGraphicFramePr>
            <a:graphicFrameLocks noChangeAspect="1"/>
          </p:cNvGraphicFramePr>
          <p:nvPr/>
        </p:nvGraphicFramePr>
        <p:xfrm>
          <a:off x="3571868" y="5500702"/>
          <a:ext cx="766763" cy="582613"/>
        </p:xfrm>
        <a:graphic>
          <a:graphicData uri="http://schemas.openxmlformats.org/presentationml/2006/ole">
            <p:oleObj spid="_x0000_s17411" name="Packager Shell Object" showAsIcon="1" r:id="rId4" imgW="767160" imgH="582120" progId="Package">
              <p:embed/>
            </p:oleObj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Auto Generation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Create and initialize static member in class Book.</a:t>
            </a:r>
          </a:p>
          <a:p>
            <a:r>
              <a:rPr lang="en-US" dirty="0" smtClean="0"/>
              <a:t>Create parameterized constructor without id and scanner fields.</a:t>
            </a:r>
          </a:p>
          <a:p>
            <a:r>
              <a:rPr lang="en-US" dirty="0" smtClean="0"/>
              <a:t>Both constructors include this.id </a:t>
            </a:r>
            <a:r>
              <a:rPr lang="en-US" dirty="0" smtClean="0"/>
              <a:t>= </a:t>
            </a:r>
            <a:r>
              <a:rPr lang="en-US" dirty="0" err="1" smtClean="0"/>
              <a:t>nextId</a:t>
            </a:r>
            <a:r>
              <a:rPr lang="en-US" dirty="0" smtClean="0"/>
              <a:t>++;</a:t>
            </a:r>
          </a:p>
          <a:p>
            <a:r>
              <a:rPr lang="en-US" dirty="0" smtClean="0"/>
              <a:t>Also include in </a:t>
            </a:r>
            <a:r>
              <a:rPr lang="en-US" dirty="0" err="1" smtClean="0"/>
              <a:t>scanBook</a:t>
            </a:r>
            <a:r>
              <a:rPr lang="en-US" dirty="0" smtClean="0"/>
              <a:t> method.</a:t>
            </a:r>
          </a:p>
          <a:p>
            <a:r>
              <a:rPr lang="en-US" dirty="0" smtClean="0"/>
              <a:t>In the main method, create objects without id.</a:t>
            </a:r>
          </a:p>
          <a:p>
            <a:r>
              <a:rPr lang="en-US" dirty="0" smtClean="0"/>
              <a:t>Run the program.</a:t>
            </a:r>
            <a:endParaRPr lang="en-US" dirty="0" smtClean="0"/>
          </a:p>
          <a:p>
            <a:endParaRPr lang="en-US" dirty="0"/>
          </a:p>
        </p:txBody>
      </p:sp>
      <p:graphicFrame>
        <p:nvGraphicFramePr>
          <p:cNvPr id="18434" name="Object 2"/>
          <p:cNvGraphicFramePr>
            <a:graphicFrameLocks noChangeAspect="1"/>
          </p:cNvGraphicFramePr>
          <p:nvPr/>
        </p:nvGraphicFramePr>
        <p:xfrm>
          <a:off x="4143372" y="5643578"/>
          <a:ext cx="766763" cy="582613"/>
        </p:xfrm>
        <a:graphic>
          <a:graphicData uri="http://schemas.openxmlformats.org/presentationml/2006/ole">
            <p:oleObj spid="_x0000_s18434" name="Packager Shell Object" showAsIcon="1" r:id="rId3" imgW="767160" imgH="582120" progId="Package">
              <p:embed/>
            </p:oleObj>
          </a:graphicData>
        </a:graphic>
      </p:graphicFrame>
      <p:graphicFrame>
        <p:nvGraphicFramePr>
          <p:cNvPr id="18435" name="Object 3"/>
          <p:cNvGraphicFramePr>
            <a:graphicFrameLocks noChangeAspect="1"/>
          </p:cNvGraphicFramePr>
          <p:nvPr/>
        </p:nvGraphicFramePr>
        <p:xfrm>
          <a:off x="5786446" y="5572140"/>
          <a:ext cx="701675" cy="582613"/>
        </p:xfrm>
        <a:graphic>
          <a:graphicData uri="http://schemas.openxmlformats.org/presentationml/2006/ole">
            <p:oleObj spid="_x0000_s18435" name="Packager Shell Object" showAsIcon="1" r:id="rId4" imgW="702360" imgH="582120" progId="Package">
              <p:embed/>
            </p:oleObj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Array of Objects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114551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Create Book array of size 5 in main method.</a:t>
            </a:r>
          </a:p>
          <a:p>
            <a:r>
              <a:rPr lang="en-US" dirty="0" smtClean="0"/>
              <a:t>Create 5 book objects and assign to each element of the array.</a:t>
            </a:r>
          </a:p>
          <a:p>
            <a:r>
              <a:rPr lang="en-US" dirty="0" smtClean="0"/>
              <a:t>Modify any book object value.</a:t>
            </a:r>
          </a:p>
          <a:p>
            <a:r>
              <a:rPr lang="en-US" dirty="0" smtClean="0"/>
              <a:t>Print heading and print the array of objects.</a:t>
            </a:r>
          </a:p>
        </p:txBody>
      </p:sp>
      <p:graphicFrame>
        <p:nvGraphicFramePr>
          <p:cNvPr id="19458" name="Object 2"/>
          <p:cNvGraphicFramePr>
            <a:graphicFrameLocks noChangeAspect="1"/>
          </p:cNvGraphicFramePr>
          <p:nvPr/>
        </p:nvGraphicFramePr>
        <p:xfrm>
          <a:off x="6215074" y="2500306"/>
          <a:ext cx="766763" cy="582613"/>
        </p:xfrm>
        <a:graphic>
          <a:graphicData uri="http://schemas.openxmlformats.org/presentationml/2006/ole">
            <p:oleObj spid="_x0000_s19458" name="Packager Shell Object" showAsIcon="1" r:id="rId3" imgW="767160" imgH="582120" progId="Package">
              <p:embed/>
            </p:oleObj>
          </a:graphicData>
        </a:graphic>
      </p:graphicFrame>
      <p:sp>
        <p:nvSpPr>
          <p:cNvPr id="5" name="Title 1"/>
          <p:cNvSpPr txBox="1">
            <a:spLocks/>
          </p:cNvSpPr>
          <p:nvPr/>
        </p:nvSpPr>
        <p:spPr>
          <a:xfrm>
            <a:off x="285720" y="385762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For Loop – print array of objects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19459" name="Object 3"/>
          <p:cNvGraphicFramePr>
            <a:graphicFrameLocks noChangeAspect="1"/>
          </p:cNvGraphicFramePr>
          <p:nvPr/>
        </p:nvGraphicFramePr>
        <p:xfrm>
          <a:off x="3643306" y="5000636"/>
          <a:ext cx="766763" cy="582613"/>
        </p:xfrm>
        <a:graphic>
          <a:graphicData uri="http://schemas.openxmlformats.org/presentationml/2006/ole">
            <p:oleObj spid="_x0000_s19459" name="Packager Shell Object" showAsIcon="1" r:id="rId4" imgW="767160" imgH="582120" progId="Package">
              <p:embed/>
            </p:oleObj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Arraylist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Create a </a:t>
            </a:r>
            <a:r>
              <a:rPr lang="en-US" dirty="0" err="1" smtClean="0"/>
              <a:t>Arraylist</a:t>
            </a:r>
            <a:r>
              <a:rPr lang="en-US" dirty="0" smtClean="0"/>
              <a:t> Container books.</a:t>
            </a:r>
          </a:p>
          <a:p>
            <a:r>
              <a:rPr lang="en-US" dirty="0" smtClean="0"/>
              <a:t>Create book objects and add to books.</a:t>
            </a:r>
          </a:p>
          <a:p>
            <a:r>
              <a:rPr lang="en-US" dirty="0" smtClean="0"/>
              <a:t>Update any book object in books container.</a:t>
            </a:r>
          </a:p>
          <a:p>
            <a:r>
              <a:rPr lang="en-US" dirty="0" smtClean="0"/>
              <a:t>Delete any book object in books container.</a:t>
            </a:r>
          </a:p>
          <a:p>
            <a:r>
              <a:rPr lang="en-US" dirty="0" smtClean="0"/>
              <a:t>Read all book objects from books container. </a:t>
            </a:r>
            <a:endParaRPr lang="en-US" dirty="0"/>
          </a:p>
        </p:txBody>
      </p:sp>
      <p:graphicFrame>
        <p:nvGraphicFramePr>
          <p:cNvPr id="20482" name="Object 2"/>
          <p:cNvGraphicFramePr>
            <a:graphicFrameLocks noChangeAspect="1"/>
          </p:cNvGraphicFramePr>
          <p:nvPr/>
        </p:nvGraphicFramePr>
        <p:xfrm>
          <a:off x="5245100" y="5080000"/>
          <a:ext cx="766763" cy="582613"/>
        </p:xfrm>
        <a:graphic>
          <a:graphicData uri="http://schemas.openxmlformats.org/presentationml/2006/ole">
            <p:oleObj spid="_x0000_s20482" name="Packager Shell Object" showAsIcon="1" r:id="rId3" imgW="767160" imgH="582120" progId="Package">
              <p:embed/>
            </p:oleObj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HashMap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Create a </a:t>
            </a:r>
            <a:r>
              <a:rPr lang="en-US" dirty="0" err="1" smtClean="0"/>
              <a:t>Hashmap</a:t>
            </a:r>
            <a:r>
              <a:rPr lang="en-US" dirty="0" smtClean="0"/>
              <a:t> Container </a:t>
            </a:r>
            <a:r>
              <a:rPr lang="en-US" dirty="0" smtClean="0"/>
              <a:t>books.</a:t>
            </a:r>
          </a:p>
          <a:p>
            <a:r>
              <a:rPr lang="en-US" dirty="0" smtClean="0"/>
              <a:t>Create book objects and add to books.</a:t>
            </a:r>
          </a:p>
          <a:p>
            <a:r>
              <a:rPr lang="en-US" dirty="0" smtClean="0"/>
              <a:t>Update any book object in books container.</a:t>
            </a:r>
          </a:p>
          <a:p>
            <a:r>
              <a:rPr lang="en-US" dirty="0" smtClean="0"/>
              <a:t>Delete any book object in books container.</a:t>
            </a:r>
          </a:p>
          <a:p>
            <a:r>
              <a:rPr lang="en-US" dirty="0" smtClean="0"/>
              <a:t>Read all book objects from books container. </a:t>
            </a:r>
          </a:p>
          <a:p>
            <a:endParaRPr lang="en-US" dirty="0"/>
          </a:p>
        </p:txBody>
      </p:sp>
      <p:graphicFrame>
        <p:nvGraphicFramePr>
          <p:cNvPr id="21506" name="Object 2"/>
          <p:cNvGraphicFramePr>
            <a:graphicFrameLocks noChangeAspect="1"/>
          </p:cNvGraphicFramePr>
          <p:nvPr/>
        </p:nvGraphicFramePr>
        <p:xfrm>
          <a:off x="3929058" y="4714884"/>
          <a:ext cx="766763" cy="582613"/>
        </p:xfrm>
        <a:graphic>
          <a:graphicData uri="http://schemas.openxmlformats.org/presentationml/2006/ole">
            <p:oleObj spid="_x0000_s21506" name="Packager Shell Object" showAsIcon="1" r:id="rId3" imgW="767160" imgH="582120" progId="Package">
              <p:embed/>
            </p:oleObj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HashSet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Create a </a:t>
            </a:r>
            <a:r>
              <a:rPr lang="en-US" dirty="0" err="1" smtClean="0"/>
              <a:t>HashSet</a:t>
            </a:r>
            <a:r>
              <a:rPr lang="en-US" dirty="0" smtClean="0"/>
              <a:t> </a:t>
            </a:r>
            <a:r>
              <a:rPr lang="en-US" dirty="0" smtClean="0"/>
              <a:t>Container books.</a:t>
            </a:r>
          </a:p>
          <a:p>
            <a:r>
              <a:rPr lang="en-US" dirty="0" smtClean="0"/>
              <a:t>Create book objects and add to books.</a:t>
            </a:r>
          </a:p>
          <a:p>
            <a:r>
              <a:rPr lang="en-US" dirty="0" smtClean="0"/>
              <a:t>Update any book object in books container.</a:t>
            </a:r>
          </a:p>
          <a:p>
            <a:r>
              <a:rPr lang="en-US" dirty="0" smtClean="0"/>
              <a:t>Delete any book object in books container.</a:t>
            </a:r>
          </a:p>
          <a:p>
            <a:r>
              <a:rPr lang="en-US" dirty="0" smtClean="0"/>
              <a:t>Read all book objects from books container. </a:t>
            </a:r>
          </a:p>
        </p:txBody>
      </p:sp>
      <p:graphicFrame>
        <p:nvGraphicFramePr>
          <p:cNvPr id="22530" name="Object 2"/>
          <p:cNvGraphicFramePr>
            <a:graphicFrameLocks noChangeAspect="1"/>
          </p:cNvGraphicFramePr>
          <p:nvPr/>
        </p:nvGraphicFramePr>
        <p:xfrm>
          <a:off x="4000496" y="4714884"/>
          <a:ext cx="766763" cy="582613"/>
        </p:xfrm>
        <a:graphic>
          <a:graphicData uri="http://schemas.openxmlformats.org/presentationml/2006/ole">
            <p:oleObj spid="_x0000_s22530" name="Packager Shell Object" showAsIcon="1" r:id="rId3" imgW="767160" imgH="582120" progId="Package">
              <p:embed/>
            </p:oleObj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6908"/>
          </a:xfrm>
        </p:spPr>
        <p:txBody>
          <a:bodyPr/>
          <a:lstStyle/>
          <a:p>
            <a:r>
              <a:rPr lang="en-US" dirty="0" smtClean="0"/>
              <a:t>class </a:t>
            </a:r>
            <a:r>
              <a:rPr lang="en-US" dirty="0" smtClean="0"/>
              <a:t>Student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28596" y="1214422"/>
            <a:ext cx="8229600" cy="4525963"/>
          </a:xfrm>
        </p:spPr>
        <p:txBody>
          <a:bodyPr/>
          <a:lstStyle/>
          <a:p>
            <a:r>
              <a:rPr lang="en-US" dirty="0" smtClean="0"/>
              <a:t>Create class Student.</a:t>
            </a:r>
          </a:p>
          <a:p>
            <a:r>
              <a:rPr lang="en-US" dirty="0" smtClean="0"/>
              <a:t>Generate </a:t>
            </a:r>
            <a:r>
              <a:rPr lang="en-US" dirty="0" err="1" smtClean="0"/>
              <a:t>toString</a:t>
            </a:r>
            <a:r>
              <a:rPr lang="en-US" dirty="0" smtClean="0"/>
              <a:t>(), Getters &amp; Setters, Constructors.</a:t>
            </a:r>
          </a:p>
          <a:p>
            <a:r>
              <a:rPr lang="en-US" dirty="0" smtClean="0"/>
              <a:t>Create </a:t>
            </a:r>
            <a:r>
              <a:rPr lang="en-US" dirty="0" err="1" smtClean="0"/>
              <a:t>printHeading</a:t>
            </a:r>
            <a:r>
              <a:rPr lang="en-US" dirty="0" smtClean="0"/>
              <a:t> function and </a:t>
            </a:r>
            <a:r>
              <a:rPr lang="en-US" dirty="0" err="1" smtClean="0"/>
              <a:t>scanStudent</a:t>
            </a:r>
            <a:r>
              <a:rPr lang="en-US" dirty="0" smtClean="0"/>
              <a:t> static function.</a:t>
            </a:r>
          </a:p>
          <a:p>
            <a:r>
              <a:rPr lang="en-US" dirty="0" smtClean="0"/>
              <a:t>Implement Auto Increment feature.</a:t>
            </a:r>
          </a:p>
          <a:p>
            <a:r>
              <a:rPr lang="en-US" dirty="0" smtClean="0"/>
              <a:t>In the main method, create Student Objects, update, delete and read all.</a:t>
            </a:r>
          </a:p>
        </p:txBody>
      </p:sp>
      <p:graphicFrame>
        <p:nvGraphicFramePr>
          <p:cNvPr id="4102" name="Object 6"/>
          <p:cNvGraphicFramePr>
            <a:graphicFrameLocks noChangeAspect="1"/>
          </p:cNvGraphicFramePr>
          <p:nvPr/>
        </p:nvGraphicFramePr>
        <p:xfrm>
          <a:off x="2285984" y="5929330"/>
          <a:ext cx="885825" cy="582613"/>
        </p:xfrm>
        <a:graphic>
          <a:graphicData uri="http://schemas.openxmlformats.org/presentationml/2006/ole">
            <p:oleObj spid="_x0000_s4102" name="Packager Shell Object" showAsIcon="1" r:id="rId3" imgW="885960" imgH="582120" progId="Package">
              <p:embed/>
            </p:oleObj>
          </a:graphicData>
        </a:graphic>
      </p:graphicFrame>
      <p:graphicFrame>
        <p:nvGraphicFramePr>
          <p:cNvPr id="4103" name="Object 7"/>
          <p:cNvGraphicFramePr>
            <a:graphicFrameLocks noChangeAspect="1"/>
          </p:cNvGraphicFramePr>
          <p:nvPr/>
        </p:nvGraphicFramePr>
        <p:xfrm>
          <a:off x="4572000" y="6000768"/>
          <a:ext cx="766763" cy="582613"/>
        </p:xfrm>
        <a:graphic>
          <a:graphicData uri="http://schemas.openxmlformats.org/presentationml/2006/ole">
            <p:oleObj spid="_x0000_s4103" name="Packager Shell Object" showAsIcon="1" r:id="rId4" imgW="767160" imgH="582120" progId="Package">
              <p:embed/>
            </p:oleObj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Library Menu - class </a:t>
            </a:r>
            <a:r>
              <a:rPr lang="en-US" dirty="0" err="1" smtClean="0"/>
              <a:t>LibraryService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Create a new package service.</a:t>
            </a:r>
          </a:p>
          <a:p>
            <a:r>
              <a:rPr lang="en-US" dirty="0" smtClean="0"/>
              <a:t>Create a new class </a:t>
            </a:r>
            <a:r>
              <a:rPr lang="en-US" dirty="0" err="1" smtClean="0"/>
              <a:t>LibraryService</a:t>
            </a:r>
            <a:r>
              <a:rPr lang="en-US" dirty="0" smtClean="0"/>
              <a:t> under the package service.</a:t>
            </a:r>
          </a:p>
          <a:p>
            <a:r>
              <a:rPr lang="en-US" dirty="0" smtClean="0"/>
              <a:t>In the main method, call the Library services in repeated menu.</a:t>
            </a:r>
          </a:p>
          <a:p>
            <a:r>
              <a:rPr lang="en-US" dirty="0" smtClean="0"/>
              <a:t>Run the program.</a:t>
            </a:r>
          </a:p>
          <a:p>
            <a:endParaRPr lang="en-US" dirty="0"/>
          </a:p>
        </p:txBody>
      </p:sp>
      <p:graphicFrame>
        <p:nvGraphicFramePr>
          <p:cNvPr id="23554" name="Object 2"/>
          <p:cNvGraphicFramePr>
            <a:graphicFrameLocks noChangeAspect="1"/>
          </p:cNvGraphicFramePr>
          <p:nvPr/>
        </p:nvGraphicFramePr>
        <p:xfrm>
          <a:off x="1571604" y="5000636"/>
          <a:ext cx="1317625" cy="582613"/>
        </p:xfrm>
        <a:graphic>
          <a:graphicData uri="http://schemas.openxmlformats.org/presentationml/2006/ole">
            <p:oleObj spid="_x0000_s23554" name="Packager Shell Object" showAsIcon="1" r:id="rId3" imgW="1318320" imgH="582120" progId="Package">
              <p:embed/>
            </p:oleObj>
          </a:graphicData>
        </a:graphic>
      </p:graphicFrame>
      <p:graphicFrame>
        <p:nvGraphicFramePr>
          <p:cNvPr id="23555" name="Object 3"/>
          <p:cNvGraphicFramePr>
            <a:graphicFrameLocks noChangeAspect="1"/>
          </p:cNvGraphicFramePr>
          <p:nvPr/>
        </p:nvGraphicFramePr>
        <p:xfrm>
          <a:off x="3929058" y="5000636"/>
          <a:ext cx="766763" cy="582613"/>
        </p:xfrm>
        <a:graphic>
          <a:graphicData uri="http://schemas.openxmlformats.org/presentationml/2006/ole">
            <p:oleObj spid="_x0000_s23555" name="Packager Shell Object" showAsIcon="1" r:id="rId4" imgW="767160" imgH="582120" progId="Package">
              <p:embed/>
            </p:oleObj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844" y="4132290"/>
            <a:ext cx="8229600" cy="65403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class </a:t>
            </a:r>
            <a:r>
              <a:rPr lang="en-US" dirty="0" err="1" smtClean="0"/>
              <a:t>LibraryService</a:t>
            </a:r>
            <a:endParaRPr lang="en-US" dirty="0"/>
          </a:p>
        </p:txBody>
      </p:sp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1285860"/>
            <a:ext cx="3929090" cy="18489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357686" y="1357298"/>
            <a:ext cx="4524375" cy="65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365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286380" y="2047880"/>
            <a:ext cx="1962150" cy="209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366" name="Picture 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1406" y="4933972"/>
            <a:ext cx="3929090" cy="163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itle 1"/>
          <p:cNvSpPr txBox="1">
            <a:spLocks/>
          </p:cNvSpPr>
          <p:nvPr/>
        </p:nvSpPr>
        <p:spPr>
          <a:xfrm>
            <a:off x="609600" y="427038"/>
            <a:ext cx="8229600" cy="6540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package service</a:t>
            </a:r>
            <a:endParaRPr kumimoji="0" lang="en-US" sz="4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5367" name="Picture 7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429124" y="5357826"/>
            <a:ext cx="4562475" cy="619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List, Add and Search Books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Implement the display, add and search books functionalities in class </a:t>
            </a:r>
            <a:r>
              <a:rPr lang="en-US" dirty="0" err="1" smtClean="0"/>
              <a:t>LibraryService</a:t>
            </a:r>
            <a:r>
              <a:rPr lang="en-US" dirty="0" smtClean="0"/>
              <a:t>.</a:t>
            </a:r>
          </a:p>
          <a:p>
            <a:r>
              <a:rPr lang="en-US" dirty="0" smtClean="0"/>
              <a:t>Run the program and test those methods.</a:t>
            </a:r>
            <a:endParaRPr lang="en-US" dirty="0"/>
          </a:p>
        </p:txBody>
      </p:sp>
      <p:graphicFrame>
        <p:nvGraphicFramePr>
          <p:cNvPr id="24578" name="Object 2"/>
          <p:cNvGraphicFramePr>
            <a:graphicFrameLocks noChangeAspect="1"/>
          </p:cNvGraphicFramePr>
          <p:nvPr/>
        </p:nvGraphicFramePr>
        <p:xfrm>
          <a:off x="1857356" y="4429132"/>
          <a:ext cx="1317625" cy="582613"/>
        </p:xfrm>
        <a:graphic>
          <a:graphicData uri="http://schemas.openxmlformats.org/presentationml/2006/ole">
            <p:oleObj spid="_x0000_s24578" name="Packager Shell Object" showAsIcon="1" r:id="rId3" imgW="1318320" imgH="582120" progId="Package">
              <p:embed/>
            </p:oleObj>
          </a:graphicData>
        </a:graphic>
      </p:graphicFrame>
      <p:graphicFrame>
        <p:nvGraphicFramePr>
          <p:cNvPr id="24579" name="Object 3"/>
          <p:cNvGraphicFramePr>
            <a:graphicFrameLocks noChangeAspect="1"/>
          </p:cNvGraphicFramePr>
          <p:nvPr/>
        </p:nvGraphicFramePr>
        <p:xfrm>
          <a:off x="4786314" y="4357694"/>
          <a:ext cx="766763" cy="582613"/>
        </p:xfrm>
        <a:graphic>
          <a:graphicData uri="http://schemas.openxmlformats.org/presentationml/2006/ole">
            <p:oleObj spid="_x0000_s24579" name="Packager Shell Object" showAsIcon="1" r:id="rId4" imgW="767160" imgH="582120" progId="Package">
              <p:embed/>
            </p:oleObj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List, Add and Search Students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Implement the display, add and search </a:t>
            </a:r>
            <a:r>
              <a:rPr lang="en-US" dirty="0" smtClean="0"/>
              <a:t>students functionalities </a:t>
            </a:r>
            <a:r>
              <a:rPr lang="en-US" dirty="0" smtClean="0"/>
              <a:t>in class </a:t>
            </a:r>
            <a:r>
              <a:rPr lang="en-US" dirty="0" err="1" smtClean="0"/>
              <a:t>LibraryService</a:t>
            </a:r>
            <a:r>
              <a:rPr lang="en-US" dirty="0" smtClean="0"/>
              <a:t>.</a:t>
            </a:r>
          </a:p>
          <a:p>
            <a:r>
              <a:rPr lang="en-US" dirty="0" smtClean="0"/>
              <a:t>Run the program and test those methods.</a:t>
            </a:r>
          </a:p>
          <a:p>
            <a:endParaRPr lang="en-US" dirty="0"/>
          </a:p>
        </p:txBody>
      </p:sp>
      <p:graphicFrame>
        <p:nvGraphicFramePr>
          <p:cNvPr id="25602" name="Object 2"/>
          <p:cNvGraphicFramePr>
            <a:graphicFrameLocks noChangeAspect="1"/>
          </p:cNvGraphicFramePr>
          <p:nvPr/>
        </p:nvGraphicFramePr>
        <p:xfrm>
          <a:off x="3643306" y="3500438"/>
          <a:ext cx="1317625" cy="582613"/>
        </p:xfrm>
        <a:graphic>
          <a:graphicData uri="http://schemas.openxmlformats.org/presentationml/2006/ole">
            <p:oleObj spid="_x0000_s25602" name="Packager Shell Object" showAsIcon="1" r:id="rId3" imgW="1318320" imgH="582120" progId="Package">
              <p:embed/>
            </p:oleObj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860</TotalTime>
  <Words>707</Words>
  <Application>Microsoft Office PowerPoint</Application>
  <PresentationFormat>On-screen Show (4:3)</PresentationFormat>
  <Paragraphs>133</Paragraphs>
  <Slides>37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39" baseType="lpstr">
      <vt:lpstr>Office Theme</vt:lpstr>
      <vt:lpstr>Package</vt:lpstr>
      <vt:lpstr>Java – Hands On</vt:lpstr>
      <vt:lpstr>Install VS Code with Java</vt:lpstr>
      <vt:lpstr>Java Fundamentals And Project Setup</vt:lpstr>
      <vt:lpstr>Java Program Structure</vt:lpstr>
      <vt:lpstr>Create Workspace Folder in Desktop</vt:lpstr>
      <vt:lpstr>Open Command Prompt from Workspace folder</vt:lpstr>
      <vt:lpstr>Create New Java Project</vt:lpstr>
      <vt:lpstr>Select Project Location Folder</vt:lpstr>
      <vt:lpstr>Project Name</vt:lpstr>
      <vt:lpstr>Create Java Package (base)</vt:lpstr>
      <vt:lpstr>Create Java Class</vt:lpstr>
      <vt:lpstr>Java Class with main method</vt:lpstr>
      <vt:lpstr>Run and check the output in terminal / console</vt:lpstr>
      <vt:lpstr>model package</vt:lpstr>
      <vt:lpstr>create class Book</vt:lpstr>
      <vt:lpstr>class Book</vt:lpstr>
      <vt:lpstr>class Demo</vt:lpstr>
      <vt:lpstr>class Demo - Formatted output</vt:lpstr>
      <vt:lpstr>class Book - Access Specifiers – Public and Private</vt:lpstr>
      <vt:lpstr>Right Click –&gt; Source Action -&gt; Generate Getters &amp; Setters -&gt; Select All</vt:lpstr>
      <vt:lpstr>class Demo - main method</vt:lpstr>
      <vt:lpstr>class Book – toString()</vt:lpstr>
      <vt:lpstr>class Demo – print objects</vt:lpstr>
      <vt:lpstr>class Book – static method to print Heading.</vt:lpstr>
      <vt:lpstr>class Book – instance method to scan data for object.</vt:lpstr>
      <vt:lpstr>Constructors</vt:lpstr>
      <vt:lpstr>Auto Generation</vt:lpstr>
      <vt:lpstr>Array of Objects</vt:lpstr>
      <vt:lpstr>Arraylist</vt:lpstr>
      <vt:lpstr>HashMap</vt:lpstr>
      <vt:lpstr>HashSet</vt:lpstr>
      <vt:lpstr>class Student</vt:lpstr>
      <vt:lpstr>Library Menu - class LibraryService</vt:lpstr>
      <vt:lpstr>class LibraryService</vt:lpstr>
      <vt:lpstr>List, Add and Search Books</vt:lpstr>
      <vt:lpstr>List, Add and Search Students</vt:lpstr>
      <vt:lpstr>Slide 37</vt:lpstr>
    </vt:vector>
  </TitlesOfParts>
  <Company>Grizli777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– Hands On</dc:title>
  <dc:creator>Admin</dc:creator>
  <cp:lastModifiedBy>Admin</cp:lastModifiedBy>
  <cp:revision>103</cp:revision>
  <dcterms:created xsi:type="dcterms:W3CDTF">2026-10-13T07:34:36Z</dcterms:created>
  <dcterms:modified xsi:type="dcterms:W3CDTF">2026-10-15T13:22:03Z</dcterms:modified>
</cp:coreProperties>
</file>