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03" r:id="rId6"/>
    <p:sldId id="30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272" r:id="rId26"/>
    <p:sldId id="273" r:id="rId27"/>
    <p:sldId id="274" r:id="rId28"/>
    <p:sldId id="285" r:id="rId29"/>
    <p:sldId id="286" r:id="rId30"/>
    <p:sldId id="287" r:id="rId31"/>
    <p:sldId id="275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4" r:id="rId40"/>
    <p:sldId id="296" r:id="rId41"/>
    <p:sldId id="297" r:id="rId42"/>
    <p:sldId id="298" r:id="rId43"/>
    <p:sldId id="280" r:id="rId44"/>
    <p:sldId id="299" r:id="rId45"/>
    <p:sldId id="281" r:id="rId46"/>
    <p:sldId id="300" r:id="rId47"/>
    <p:sldId id="301" r:id="rId48"/>
    <p:sldId id="302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416" autoAdjust="0"/>
  </p:normalViewPr>
  <p:slideViewPr>
    <p:cSldViewPr>
      <p:cViewPr>
        <p:scale>
          <a:sx n="75" d="100"/>
          <a:sy n="75" d="100"/>
        </p:scale>
        <p:origin x="-123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code.visualstudio.com/docs/languages/jav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2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13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4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15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9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21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23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26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wmf"/><Relationship Id="rId1" Type="http://schemas.openxmlformats.org/officeDocument/2006/relationships/oleObject" Target="../embeddings/oleObject27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28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30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32.bin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3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– Hands 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Career Craft 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Install VS Code with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3"/>
            <a:ext cx="8229600" cy="1214446"/>
          </a:xfrm>
        </p:spPr>
        <p:txBody>
          <a:bodyPr/>
          <a:lstStyle/>
          <a:p>
            <a:r>
              <a:rPr lang="en-US" dirty="0" smtClean="0">
                <a:hlinkClick r:id="rId1"/>
              </a:rPr>
              <a:t>https://code.visualstudio.com/docs/languages/java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112" y="2428868"/>
            <a:ext cx="699135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 Fundamentals And Project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JDK, JRE, JVM, Compilation and Execution</a:t>
            </a:r>
            <a:endParaRPr lang="en-US" dirty="0" smtClean="0"/>
          </a:p>
          <a:p>
            <a:r>
              <a:rPr lang="en-US" dirty="0" smtClean="0"/>
              <a:t>main method, variables, data types and operators.</a:t>
            </a:r>
            <a:endParaRPr lang="en-US" dirty="0" smtClean="0"/>
          </a:p>
          <a:p>
            <a:r>
              <a:rPr lang="en-US" dirty="0" smtClean="0"/>
              <a:t>if, switch, loops and console output</a:t>
            </a:r>
            <a:endParaRPr lang="en-US" dirty="0" smtClean="0"/>
          </a:p>
          <a:p>
            <a:r>
              <a:rPr lang="en-US" dirty="0" smtClean="0"/>
              <a:t>Create the project and display the library menu.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Java Fundamentals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628775"/>
            <a:ext cx="8737600" cy="1976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Java Fundamentals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844675"/>
            <a:ext cx="7254240" cy="4396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Workspace Folder in Desktop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5786" y="1500174"/>
            <a:ext cx="6072230" cy="456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Program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Workspace Folder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Java Project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Java Package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Java Class{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variable1;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variable2;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</a:t>
            </a:r>
            <a:r>
              <a:rPr lang="en-US" dirty="0" err="1" smtClean="0"/>
              <a:t>variableN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Method1(){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statement1;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statement2;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  <a:r>
              <a:rPr lang="en-US" dirty="0" err="1" smtClean="0"/>
              <a:t>statementN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}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Method2(){}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dirty="0" err="1" smtClean="0"/>
              <a:t>MethodN</a:t>
            </a:r>
            <a:r>
              <a:rPr lang="en-US" dirty="0" smtClean="0"/>
              <a:t>(){}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Command Prompt from Workspace folder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472" y="1714488"/>
            <a:ext cx="778674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/>
          <p:nvPr/>
        </p:nvSpPr>
        <p:spPr>
          <a:xfrm>
            <a:off x="500034" y="31432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Open VS Code from Command Prompt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214818"/>
            <a:ext cx="6572296" cy="1933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Java Project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5559" y="2214554"/>
            <a:ext cx="8998441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786322"/>
            <a:ext cx="6086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/>
          <p:cNvSpPr txBox="1"/>
          <p:nvPr/>
        </p:nvSpPr>
        <p:spPr>
          <a:xfrm>
            <a:off x="928662" y="1571612"/>
            <a:ext cx="6500858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Ctrl + Shift + P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928662" y="4070376"/>
            <a:ext cx="6572296" cy="43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Build Tools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Project Location Folder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7783" y="1428736"/>
            <a:ext cx="63531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Name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471" y="1857364"/>
            <a:ext cx="7962759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000504"/>
            <a:ext cx="60102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Package (base)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643174" y="1571612"/>
            <a:ext cx="2667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5429264"/>
            <a:ext cx="39243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Class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8662" y="1357298"/>
            <a:ext cx="654253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5572140"/>
            <a:ext cx="37242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Class with main method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0034" y="1428736"/>
            <a:ext cx="83370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Run and check the output in terminal / console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0958" y="1571612"/>
            <a:ext cx="8830198" cy="459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main method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700530"/>
            <a:ext cx="8052435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Variable and Data type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700530"/>
            <a:ext cx="8366760" cy="3318510"/>
          </a:xfrm>
          <a:prstGeom prst="rect">
            <a:avLst/>
          </a:prstGeom>
        </p:spPr>
      </p:pic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31820" y="530098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15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31820" y="530098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Scan different data types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844675"/>
            <a:ext cx="8445500" cy="29032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" y="4804728"/>
            <a:ext cx="8229600" cy="1143000"/>
          </a:xfrm>
        </p:spPr>
        <p:txBody>
          <a:bodyPr>
            <a:noAutofit/>
          </a:bodyPr>
          <a:p>
            <a:r>
              <a:rPr lang="en-US" altLang="en-US" sz="2400"/>
              <a:t>Student task: Modify the program to calculate the square and cube of a number.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4630"/>
            <a:ext cx="9144000" cy="1791335"/>
          </a:xfrm>
          <a:prstGeom prst="rect">
            <a:avLst/>
          </a:prstGeom>
        </p:spPr>
      </p:pic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7765" y="40049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25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07765" y="40049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/>
        </p:nvSpPr>
        <p:spPr>
          <a:xfrm>
            <a:off x="584200" y="401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/>
              <a:t>Operators</a:t>
            </a:r>
            <a:endParaRPr lang="en-I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Conditional Statements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628775"/>
            <a:ext cx="8442325" cy="2419350"/>
          </a:xfrm>
          <a:prstGeom prst="rect">
            <a:avLst/>
          </a:prstGeom>
        </p:spPr>
      </p:pic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79520" y="436499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355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9520" y="436499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switch and break</a:t>
            </a:r>
            <a:endParaRPr lang="en-IN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 the switch statement provides a way to execute different code blocks based on the value of an expression. </a:t>
            </a:r>
            <a:endParaRPr lang="en-US" altLang="en-US"/>
          </a:p>
          <a:p>
            <a:r>
              <a:rPr lang="en-US" altLang="en-US"/>
              <a:t>The break keyword is used inside a switch block to immediately terminate execution and exit the structure</a:t>
            </a:r>
            <a:endParaRPr lang="en-US" altLang="en-US"/>
          </a:p>
          <a:p>
            <a:r>
              <a:rPr lang="en-US" altLang="en-US"/>
              <a:t>Student task: Create a switch program that accepts a number from 1 to 7 and displays the corresponding weekday.</a:t>
            </a:r>
            <a:endParaRPr lang="en-US" alt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63845" y="558863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245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63845" y="558863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Looping Statements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loops repeat a block of code while a condition permits it.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852420"/>
            <a:ext cx="8015605" cy="2758440"/>
          </a:xfrm>
          <a:prstGeom prst="rect">
            <a:avLst/>
          </a:prstGeom>
        </p:spPr>
      </p:pic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36010" y="54400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56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6010" y="54400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Student Tasks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Print numbers from 1 to 50 using a for loop.</a:t>
            </a:r>
            <a:endParaRPr lang="en-US" altLang="en-US"/>
          </a:p>
          <a:p>
            <a:r>
              <a:rPr lang="en-US" altLang="en-US"/>
              <a:t>Find the factorial of a number using a while loop.</a:t>
            </a:r>
            <a:endParaRPr lang="en-US" altLang="en-US"/>
          </a:p>
          <a:p>
            <a:r>
              <a:rPr lang="en-US" altLang="en-US"/>
              <a:t>Keep asking the user to enter a number until they enter 0.</a:t>
            </a:r>
            <a:endParaRPr lang="en-US" altLang="en-US"/>
          </a:p>
          <a:p>
            <a:r>
              <a:rPr lang="en-US" altLang="en-US"/>
              <a:t>Print all even numbers between 1 and 100.</a:t>
            </a:r>
            <a:endParaRPr lang="en-US" altLang="en-US"/>
          </a:p>
          <a:p>
            <a:r>
              <a:rPr lang="en-US" altLang="en-US"/>
              <a:t>Develop a Java console application that accepts a student's name and marks in three subjects. Calculate the total and average, determine the grade, and display the result.</a:t>
            </a:r>
            <a:endParaRPr lang="en-US" altLang="en-US"/>
          </a:p>
          <a:p>
            <a:r>
              <a:rPr lang="en-US" altLang="en-US"/>
              <a:t>Modify the program to accept five subjects and display PASS only if the student scores at least </a:t>
            </a:r>
            <a:r>
              <a:rPr lang="en-IN" altLang="en-US"/>
              <a:t>50</a:t>
            </a:r>
            <a:r>
              <a:rPr lang="en-US" altLang="en-US"/>
              <a:t> in every subject. Otherwise, display FAIL.</a:t>
            </a:r>
            <a:endParaRPr lang="en-US" alt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91865" y="522922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266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1865" y="522922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model package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0" y="1142984"/>
            <a:ext cx="7072362" cy="3555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5214950"/>
            <a:ext cx="45529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class Book</a:t>
            </a:r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1" y="1428736"/>
            <a:ext cx="6858048" cy="25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357694"/>
            <a:ext cx="46672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package </a:t>
            </a:r>
            <a:r>
              <a:rPr lang="en-US" dirty="0" err="1"/>
              <a:t>edu.su.john.lms.model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dirty="0"/>
              <a:t>public class Book {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id;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title; 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author; 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category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public Double price;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totalCopies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availableCopies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5727700" y="298450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27700" y="298450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3 book objects.</a:t>
            </a:r>
            <a:endParaRPr lang="en-US" dirty="0" smtClean="0"/>
          </a:p>
          <a:p>
            <a:r>
              <a:rPr lang="en-US" dirty="0" smtClean="0"/>
              <a:t>Set values for 3 books.</a:t>
            </a:r>
            <a:endParaRPr lang="en-US" dirty="0" smtClean="0"/>
          </a:p>
          <a:p>
            <a:r>
              <a:rPr lang="en-US" dirty="0" smtClean="0"/>
              <a:t>Print heading</a:t>
            </a:r>
            <a:endParaRPr lang="en-US" dirty="0" smtClean="0"/>
          </a:p>
          <a:p>
            <a:r>
              <a:rPr lang="en-US" dirty="0" smtClean="0"/>
              <a:t>Get 3 book values and print as rows.</a:t>
            </a:r>
            <a:endParaRPr lang="en-US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6429388" y="1216007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29388" y="1216007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Formatted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System.out.printf</a:t>
            </a:r>
            <a:r>
              <a:rPr lang="en-US" dirty="0" smtClean="0"/>
              <a:t> to format the output.</a:t>
            </a:r>
            <a:endParaRPr 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786050" y="278605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6050" y="278605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- Access </a:t>
            </a:r>
            <a:r>
              <a:rPr lang="en-US" dirty="0" err="1" smtClean="0"/>
              <a:t>Specifiers</a:t>
            </a:r>
            <a:r>
              <a:rPr lang="en-US" dirty="0" smtClean="0"/>
              <a:t> – Public and Private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all public properties to private properties in class Book.</a:t>
            </a:r>
            <a:endParaRPr lang="en-US" dirty="0" smtClean="0"/>
          </a:p>
          <a:p>
            <a:r>
              <a:rPr lang="en-US" dirty="0" smtClean="0"/>
              <a:t>Generate Getters and Setters.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072198" y="2071678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72198" y="2071678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Right Click </a:t>
            </a:r>
            <a:r>
              <a:rPr lang="en-US" sz="2700" dirty="0" smtClean="0"/>
              <a:t>–&gt; </a:t>
            </a:r>
            <a:r>
              <a:rPr lang="en-US" sz="2700" dirty="0" smtClean="0"/>
              <a:t>Source </a:t>
            </a:r>
            <a:r>
              <a:rPr lang="en-US" sz="2700" dirty="0" smtClean="0"/>
              <a:t>Action -&gt; Generate Getters &amp; Setters -&gt; Select All</a:t>
            </a: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85918" y="1142984"/>
            <a:ext cx="4357718" cy="333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786322"/>
            <a:ext cx="47434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6896100" y="273050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6100" y="273050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main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program by using setters and getters.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071802" y="321468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802" y="321468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 – </a:t>
            </a:r>
            <a:r>
              <a:rPr lang="en-US" dirty="0" err="1" smtClean="0"/>
              <a:t>toString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</a:t>
            </a:r>
            <a:r>
              <a:rPr lang="en-US" dirty="0" err="1" smtClean="0"/>
              <a:t>toString</a:t>
            </a:r>
            <a:r>
              <a:rPr lang="en-US" dirty="0" smtClean="0"/>
              <a:t>() -&gt; Ok</a:t>
            </a:r>
            <a:endParaRPr lang="en-US" dirty="0" smtClean="0"/>
          </a:p>
          <a:p>
            <a:r>
              <a:rPr lang="en-US" dirty="0" smtClean="0"/>
              <a:t>Modify the </a:t>
            </a:r>
            <a:r>
              <a:rPr lang="en-US" dirty="0" err="1" smtClean="0"/>
              <a:t>overrided</a:t>
            </a:r>
            <a:r>
              <a:rPr lang="en-US" dirty="0" smtClean="0"/>
              <a:t> </a:t>
            </a:r>
            <a:r>
              <a:rPr lang="en-US" dirty="0" err="1" smtClean="0"/>
              <a:t>toString</a:t>
            </a:r>
            <a:r>
              <a:rPr lang="en-US" dirty="0" smtClean="0"/>
              <a:t> method()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3714744" y="3714752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4744" y="3714752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– print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main function.</a:t>
            </a:r>
            <a:endParaRPr lang="en-US" dirty="0" smtClean="0"/>
          </a:p>
          <a:p>
            <a:r>
              <a:rPr lang="en-US" dirty="0" smtClean="0"/>
              <a:t>Run the program. </a:t>
            </a:r>
            <a:endParaRPr lang="en-US" dirty="0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5429256" y="164305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29256" y="164305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static method to print Heading.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static method ‘</a:t>
            </a:r>
            <a:r>
              <a:rPr lang="en-US" dirty="0" err="1" smtClean="0"/>
              <a:t>printHeading</a:t>
            </a:r>
            <a:r>
              <a:rPr lang="en-US" dirty="0" smtClean="0"/>
              <a:t>’ in class Book.</a:t>
            </a:r>
            <a:endParaRPr lang="en-US" dirty="0" smtClean="0"/>
          </a:p>
          <a:p>
            <a:r>
              <a:rPr lang="en-US" dirty="0" smtClean="0"/>
              <a:t>Call the static method in main method.</a:t>
            </a:r>
            <a:endParaRPr lang="en-US" dirty="0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571604" y="378619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1604" y="378619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500430" y="378619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0430" y="378619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instance method to scan data for object.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new instance method </a:t>
            </a:r>
            <a:r>
              <a:rPr lang="en-US" dirty="0" err="1" smtClean="0"/>
              <a:t>scanBook</a:t>
            </a:r>
            <a:r>
              <a:rPr lang="en-US" dirty="0" smtClean="0"/>
              <a:t> in class Book.</a:t>
            </a:r>
            <a:endParaRPr lang="en-US" dirty="0" smtClean="0"/>
          </a:p>
          <a:p>
            <a:r>
              <a:rPr lang="en-US" dirty="0" smtClean="0"/>
              <a:t>Call the </a:t>
            </a:r>
            <a:r>
              <a:rPr lang="en-US" dirty="0" err="1" smtClean="0"/>
              <a:t>scanBook</a:t>
            </a:r>
            <a:r>
              <a:rPr lang="en-US" dirty="0" smtClean="0"/>
              <a:t> method in main method.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000364" y="428625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0364" y="428625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357290" y="4357694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7290" y="4357694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Constructors. Don’t select Scanner.</a:t>
            </a:r>
            <a:endParaRPr lang="en-US" dirty="0" smtClean="0"/>
          </a:p>
          <a:p>
            <a:r>
              <a:rPr lang="en-US" dirty="0" smtClean="0"/>
              <a:t>Generate Default and Parameterized constructors in class Book.</a:t>
            </a:r>
            <a:endParaRPr lang="en-US" dirty="0" smtClean="0"/>
          </a:p>
          <a:p>
            <a:r>
              <a:rPr lang="en-US" dirty="0" smtClean="0"/>
              <a:t>Modify main method to use book constructors to create objects. 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857356" y="557214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7356" y="557214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571868" y="5500702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868" y="5500702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and initialize static member in class Book.</a:t>
            </a:r>
            <a:endParaRPr lang="en-US" dirty="0" smtClean="0"/>
          </a:p>
          <a:p>
            <a:r>
              <a:rPr lang="en-US" dirty="0" smtClean="0"/>
              <a:t>Create parameterized constructor without id and scanner fields.</a:t>
            </a:r>
            <a:endParaRPr lang="en-US" dirty="0" smtClean="0"/>
          </a:p>
          <a:p>
            <a:r>
              <a:rPr lang="en-US" dirty="0" smtClean="0"/>
              <a:t>Both constructors include this.id </a:t>
            </a:r>
            <a:r>
              <a:rPr lang="en-US" dirty="0" smtClean="0"/>
              <a:t>= </a:t>
            </a:r>
            <a:r>
              <a:rPr lang="en-US" dirty="0" err="1" smtClean="0"/>
              <a:t>nextId</a:t>
            </a:r>
            <a:r>
              <a:rPr lang="en-US" dirty="0" smtClean="0"/>
              <a:t>++;</a:t>
            </a:r>
            <a:endParaRPr lang="en-US" dirty="0" smtClean="0"/>
          </a:p>
          <a:p>
            <a:r>
              <a:rPr lang="en-US" dirty="0" smtClean="0"/>
              <a:t>Also include in </a:t>
            </a:r>
            <a:r>
              <a:rPr lang="en-US" dirty="0" err="1" smtClean="0"/>
              <a:t>scanBook</a:t>
            </a:r>
            <a:r>
              <a:rPr lang="en-US" dirty="0" smtClean="0"/>
              <a:t> method.</a:t>
            </a:r>
            <a:endParaRPr lang="en-US" dirty="0" smtClean="0"/>
          </a:p>
          <a:p>
            <a:r>
              <a:rPr lang="en-US" dirty="0" smtClean="0"/>
              <a:t>In the main method, create objects without id.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4143372" y="564357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43372" y="564357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5786446" y="557214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6446" y="557214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1455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Create Book array of size 5 in main method.</a:t>
            </a:r>
            <a:endParaRPr lang="en-US" dirty="0" smtClean="0"/>
          </a:p>
          <a:p>
            <a:r>
              <a:rPr lang="en-US" dirty="0" smtClean="0"/>
              <a:t>Create 5 book objects and assign to each element of the array.</a:t>
            </a:r>
            <a:endParaRPr lang="en-US" dirty="0" smtClean="0"/>
          </a:p>
          <a:p>
            <a:r>
              <a:rPr lang="en-US" dirty="0" smtClean="0"/>
              <a:t>Modify any book object value.</a:t>
            </a:r>
            <a:endParaRPr lang="en-US" dirty="0" smtClean="0"/>
          </a:p>
          <a:p>
            <a:r>
              <a:rPr lang="en-US" dirty="0" smtClean="0"/>
              <a:t>Print heading and print the array of objects.</a:t>
            </a:r>
            <a:endParaRPr lang="en-US" dirty="0" smtClean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6215074" y="250030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15074" y="250030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285720" y="38576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 Loop – print array of objects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643306" y="500063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306" y="500063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Arraylist</a:t>
            </a:r>
            <a:r>
              <a:rPr lang="en-US" dirty="0" smtClean="0"/>
              <a:t> Container 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245100" y="508000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45100" y="508000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Hashmap</a:t>
            </a:r>
            <a:r>
              <a:rPr lang="en-US" dirty="0" smtClean="0"/>
              <a:t> Container </a:t>
            </a:r>
            <a:r>
              <a:rPr lang="en-US" dirty="0" smtClean="0"/>
              <a:t>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929058" y="471488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9058" y="471488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HashSet</a:t>
            </a:r>
            <a:r>
              <a:rPr lang="en-US" dirty="0" smtClean="0"/>
              <a:t> </a:t>
            </a:r>
            <a:r>
              <a:rPr lang="en-US" dirty="0" smtClean="0"/>
              <a:t>Container 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000496" y="471488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0496" y="471488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class </a:t>
            </a:r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525963"/>
          </a:xfrm>
        </p:spPr>
        <p:txBody>
          <a:bodyPr/>
          <a:lstStyle/>
          <a:p>
            <a:r>
              <a:rPr lang="en-US" dirty="0" smtClean="0"/>
              <a:t>Create class Student.</a:t>
            </a:r>
            <a:endParaRPr lang="en-US" dirty="0" smtClean="0"/>
          </a:p>
          <a:p>
            <a:r>
              <a:rPr lang="en-US" dirty="0" smtClean="0"/>
              <a:t>Generate </a:t>
            </a:r>
            <a:r>
              <a:rPr lang="en-US" dirty="0" err="1" smtClean="0"/>
              <a:t>toString</a:t>
            </a:r>
            <a:r>
              <a:rPr lang="en-US" dirty="0" smtClean="0"/>
              <a:t>(), Getters &amp; Setters, Constructors.</a:t>
            </a:r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 err="1" smtClean="0"/>
              <a:t>printHeading</a:t>
            </a:r>
            <a:r>
              <a:rPr lang="en-US" dirty="0" smtClean="0"/>
              <a:t> function and </a:t>
            </a:r>
            <a:r>
              <a:rPr lang="en-US" dirty="0" err="1" smtClean="0"/>
              <a:t>scanStudent</a:t>
            </a:r>
            <a:r>
              <a:rPr lang="en-US" dirty="0" smtClean="0"/>
              <a:t> static function.</a:t>
            </a:r>
            <a:endParaRPr lang="en-US" dirty="0" smtClean="0"/>
          </a:p>
          <a:p>
            <a:r>
              <a:rPr lang="en-US" dirty="0" smtClean="0"/>
              <a:t>Implement Auto Increment feature.</a:t>
            </a:r>
            <a:endParaRPr lang="en-US" dirty="0" smtClean="0"/>
          </a:p>
          <a:p>
            <a:r>
              <a:rPr lang="en-US" dirty="0" smtClean="0"/>
              <a:t>In the main method, create Student Objects, update, delete and read all.</a:t>
            </a:r>
            <a:endParaRPr lang="en-US" dirty="0" smtClean="0"/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285984" y="5929330"/>
          <a:ext cx="8858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Packager Shell Object" showAsIcon="1" r:id="rId1" imgW="771525" imgH="504825" progId="Package">
                  <p:embed/>
                </p:oleObj>
              </mc:Choice>
              <mc:Fallback>
                <p:oleObj name="Packager Shell Object" showAsIcon="1" r:id="rId1" imgW="771525" imgH="504825" progId="Package">
                  <p:embed/>
                  <p:pic>
                    <p:nvPicPr>
                      <p:cNvPr id="0" name="Picture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5984" y="5929330"/>
                        <a:ext cx="8858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4572000" y="600076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600076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Menu - 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new package service.</a:t>
            </a:r>
            <a:endParaRPr lang="en-US" dirty="0" smtClean="0"/>
          </a:p>
          <a:p>
            <a:r>
              <a:rPr lang="en-US" dirty="0" smtClean="0"/>
              <a:t>Create a new class </a:t>
            </a:r>
            <a:r>
              <a:rPr lang="en-US" dirty="0" err="1" smtClean="0"/>
              <a:t>LibraryService</a:t>
            </a:r>
            <a:r>
              <a:rPr lang="en-US" dirty="0" smtClean="0"/>
              <a:t> under the package service.</a:t>
            </a:r>
            <a:endParaRPr lang="en-US" dirty="0" smtClean="0"/>
          </a:p>
          <a:p>
            <a:r>
              <a:rPr lang="en-US" dirty="0" smtClean="0"/>
              <a:t>In the main method, call the Library services in repeated menu.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571604" y="5000636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1604" y="5000636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3929058" y="500063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9058" y="500063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413229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20" y="1285860"/>
            <a:ext cx="3929090" cy="1848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357298"/>
            <a:ext cx="4524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2047880"/>
            <a:ext cx="196215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4933972"/>
            <a:ext cx="392909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itle 1"/>
          <p:cNvSpPr txBox="1"/>
          <p:nvPr/>
        </p:nvSpPr>
        <p:spPr>
          <a:xfrm>
            <a:off x="609600" y="427038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package service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5357826"/>
            <a:ext cx="45624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books functionalities 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Run the program and test those methods.</a:t>
            </a:r>
            <a:endParaRPr lang="en-US" dirty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857356" y="4429132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7356" y="4429132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4786314" y="435769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6314" y="435769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Students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</a:t>
            </a:r>
            <a:r>
              <a:rPr lang="en-US" dirty="0" smtClean="0"/>
              <a:t>students functionalities </a:t>
            </a:r>
            <a:r>
              <a:rPr lang="en-US" dirty="0" smtClean="0"/>
              <a:t>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Run the program and test those methods.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3643306" y="3500438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3306" y="3500438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5384</Words>
  <Application>WPS Presentation</Application>
  <PresentationFormat>On-screen Show (4:3)</PresentationFormat>
  <Paragraphs>243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34</vt:i4>
      </vt:variant>
      <vt:variant>
        <vt:lpstr>幻灯片标题</vt:lpstr>
      </vt:variant>
      <vt:variant>
        <vt:i4>47</vt:i4>
      </vt:variant>
    </vt:vector>
  </HeadingPairs>
  <TitlesOfParts>
    <vt:vector size="8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Java – Hands On</vt:lpstr>
      <vt:lpstr>Install VS Code with Java</vt:lpstr>
      <vt:lpstr>Java Fundamentals And Project Setup</vt:lpstr>
      <vt:lpstr>PowerPoint 演示文稿</vt:lpstr>
      <vt:lpstr>Java Fundamentals</vt:lpstr>
      <vt:lpstr>Create Workspace Folder in Desktop</vt:lpstr>
      <vt:lpstr>Java Program Structure</vt:lpstr>
      <vt:lpstr>Open Command Prompt from Workspace folder</vt:lpstr>
      <vt:lpstr>Create New Java Project</vt:lpstr>
      <vt:lpstr>Select Project Location Folder</vt:lpstr>
      <vt:lpstr>Project Name</vt:lpstr>
      <vt:lpstr>Create Java Package (base)</vt:lpstr>
      <vt:lpstr>Create Java Class</vt:lpstr>
      <vt:lpstr>Java Class with main method</vt:lpstr>
      <vt:lpstr>Run and check the output in terminal / console</vt:lpstr>
      <vt:lpstr>PowerPoint 演示文稿</vt:lpstr>
      <vt:lpstr>PowerPoint 演示文稿</vt:lpstr>
      <vt:lpstr>PowerPoint 演示文稿</vt:lpstr>
      <vt:lpstr>Operators</vt:lpstr>
      <vt:lpstr>PowerPoint 演示文稿</vt:lpstr>
      <vt:lpstr>PowerPoint 演示文稿</vt:lpstr>
      <vt:lpstr>PowerPoint 演示文稿</vt:lpstr>
      <vt:lpstr>PowerPoint 演示文稿</vt:lpstr>
      <vt:lpstr>model package</vt:lpstr>
      <vt:lpstr>create class Book</vt:lpstr>
      <vt:lpstr>class Book</vt:lpstr>
      <vt:lpstr>class Demo</vt:lpstr>
      <vt:lpstr>class Demo - Formatted output</vt:lpstr>
      <vt:lpstr>class Book - Access Specifiers – Public and Private</vt:lpstr>
      <vt:lpstr>Right Click –&gt; Source Action -&gt; Generate Getters &amp; Setters -&gt; Select All</vt:lpstr>
      <vt:lpstr>class Demo - main method</vt:lpstr>
      <vt:lpstr>class Book – toString()</vt:lpstr>
      <vt:lpstr>class Demo – print objects</vt:lpstr>
      <vt:lpstr>class Book – static method to print Heading.</vt:lpstr>
      <vt:lpstr>class Book – instance method to scan data for object.</vt:lpstr>
      <vt:lpstr>Constructors</vt:lpstr>
      <vt:lpstr>Auto Generation</vt:lpstr>
      <vt:lpstr>Array of Objects</vt:lpstr>
      <vt:lpstr>Arraylist</vt:lpstr>
      <vt:lpstr>HashMap</vt:lpstr>
      <vt:lpstr>HashSet</vt:lpstr>
      <vt:lpstr>class Student</vt:lpstr>
      <vt:lpstr>Library Menu - class LibraryService</vt:lpstr>
      <vt:lpstr>class LibraryService</vt:lpstr>
      <vt:lpstr>List, Add and Search Books</vt:lpstr>
      <vt:lpstr>List, Add and Search Students</vt:lpstr>
      <vt:lpstr>PowerPoint 演示文稿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Hands On</dc:title>
  <dc:creator>Admin</dc:creator>
  <cp:lastModifiedBy>rusht</cp:lastModifiedBy>
  <cp:revision>104</cp:revision>
  <dcterms:created xsi:type="dcterms:W3CDTF">2026-10-13T07:34:00Z</dcterms:created>
  <dcterms:modified xsi:type="dcterms:W3CDTF">2026-10-19T13:54:05Z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5D51D96354084C8EA12B2341A96532F5_12</vt:lpwstr>
  </property>
</Properties>
</file>