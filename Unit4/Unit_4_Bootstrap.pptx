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261" r:id="rId15"/>
  </p:sldIdLst>
  <p:sldSz cx="9144000" cy="5143500" type="screen16x9"/>
  <p:notesSz cx="6858000" cy="9144000"/>
  <p:embeddedFontLst>
    <p:embeddedFont>
      <p:font typeface="Poppins SemiBold" panose="00000700000000000000" pitchFamily="2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9.jp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jpe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jpeg"/><Relationship Id="rId5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jpeg"/><Relationship Id="rId5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3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28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44.png"/><Relationship Id="rId7" Type="http://schemas.openxmlformats.org/officeDocument/2006/relationships/image" Target="../media/image54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3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flipH="1">
            <a:off x="4504500" y="503853"/>
            <a:ext cx="4639500" cy="4639500"/>
          </a:xfrm>
          <a:prstGeom prst="rtTriangle">
            <a:avLst/>
          </a:prstGeom>
          <a:solidFill>
            <a:srgbClr val="0053A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5678039" y="1994396"/>
            <a:ext cx="4389900" cy="3149100"/>
          </a:xfrm>
          <a:prstGeom prst="parallelogram">
            <a:avLst>
              <a:gd name="adj" fmla="val 104167"/>
            </a:avLst>
          </a:prstGeom>
          <a:gradFill>
            <a:gsLst>
              <a:gs pos="0">
                <a:srgbClr val="003E78"/>
              </a:gs>
              <a:gs pos="15000">
                <a:srgbClr val="003E78"/>
              </a:gs>
              <a:gs pos="64000">
                <a:srgbClr val="0053A1">
                  <a:alpha val="0"/>
                </a:srgbClr>
              </a:gs>
              <a:gs pos="100000">
                <a:srgbClr val="0053A1">
                  <a:alpha val="0"/>
                </a:srgbClr>
              </a:gs>
            </a:gsLst>
            <a:lin ang="1800004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4921084" y="3098170"/>
            <a:ext cx="469705" cy="722606"/>
            <a:chOff x="1549" y="475"/>
            <a:chExt cx="589" cy="906"/>
          </a:xfrm>
        </p:grpSpPr>
        <p:sp>
          <p:nvSpPr>
            <p:cNvPr id="57" name="Google Shape;57;p13"/>
            <p:cNvSpPr/>
            <p:nvPr/>
          </p:nvSpPr>
          <p:spPr>
            <a:xfrm>
              <a:off x="1549" y="475"/>
              <a:ext cx="589" cy="673"/>
            </a:xfrm>
            <a:custGeom>
              <a:avLst/>
              <a:gdLst/>
              <a:ahLst/>
              <a:cxnLst/>
              <a:rect l="l" t="t" r="r" b="b"/>
              <a:pathLst>
                <a:path w="2355" h="2692" extrusionOk="0">
                  <a:moveTo>
                    <a:pt x="1177" y="0"/>
                  </a:moveTo>
                  <a:lnTo>
                    <a:pt x="1261" y="3"/>
                  </a:lnTo>
                  <a:lnTo>
                    <a:pt x="1345" y="12"/>
                  </a:lnTo>
                  <a:lnTo>
                    <a:pt x="1426" y="26"/>
                  </a:lnTo>
                  <a:lnTo>
                    <a:pt x="1508" y="47"/>
                  </a:lnTo>
                  <a:lnTo>
                    <a:pt x="1586" y="74"/>
                  </a:lnTo>
                  <a:lnTo>
                    <a:pt x="1663" y="105"/>
                  </a:lnTo>
                  <a:lnTo>
                    <a:pt x="1738" y="142"/>
                  </a:lnTo>
                  <a:lnTo>
                    <a:pt x="1809" y="184"/>
                  </a:lnTo>
                  <a:lnTo>
                    <a:pt x="1877" y="231"/>
                  </a:lnTo>
                  <a:lnTo>
                    <a:pt x="1943" y="283"/>
                  </a:lnTo>
                  <a:lnTo>
                    <a:pt x="2005" y="340"/>
                  </a:lnTo>
                  <a:lnTo>
                    <a:pt x="2063" y="401"/>
                  </a:lnTo>
                  <a:lnTo>
                    <a:pt x="2113" y="461"/>
                  </a:lnTo>
                  <a:lnTo>
                    <a:pt x="2158" y="524"/>
                  </a:lnTo>
                  <a:lnTo>
                    <a:pt x="2197" y="589"/>
                  </a:lnTo>
                  <a:lnTo>
                    <a:pt x="2234" y="657"/>
                  </a:lnTo>
                  <a:lnTo>
                    <a:pt x="2265" y="726"/>
                  </a:lnTo>
                  <a:lnTo>
                    <a:pt x="2292" y="799"/>
                  </a:lnTo>
                  <a:lnTo>
                    <a:pt x="2315" y="873"/>
                  </a:lnTo>
                  <a:lnTo>
                    <a:pt x="2333" y="948"/>
                  </a:lnTo>
                  <a:lnTo>
                    <a:pt x="2345" y="1025"/>
                  </a:lnTo>
                  <a:lnTo>
                    <a:pt x="2352" y="1102"/>
                  </a:lnTo>
                  <a:lnTo>
                    <a:pt x="2355" y="1180"/>
                  </a:lnTo>
                  <a:lnTo>
                    <a:pt x="2352" y="1258"/>
                  </a:lnTo>
                  <a:lnTo>
                    <a:pt x="2345" y="1336"/>
                  </a:lnTo>
                  <a:lnTo>
                    <a:pt x="2333" y="1413"/>
                  </a:lnTo>
                  <a:lnTo>
                    <a:pt x="2315" y="1488"/>
                  </a:lnTo>
                  <a:lnTo>
                    <a:pt x="2292" y="1562"/>
                  </a:lnTo>
                  <a:lnTo>
                    <a:pt x="2265" y="1633"/>
                  </a:lnTo>
                  <a:lnTo>
                    <a:pt x="2234" y="1704"/>
                  </a:lnTo>
                  <a:lnTo>
                    <a:pt x="2197" y="1771"/>
                  </a:lnTo>
                  <a:lnTo>
                    <a:pt x="2158" y="1837"/>
                  </a:lnTo>
                  <a:lnTo>
                    <a:pt x="2113" y="1900"/>
                  </a:lnTo>
                  <a:lnTo>
                    <a:pt x="2063" y="1959"/>
                  </a:lnTo>
                  <a:lnTo>
                    <a:pt x="2014" y="2011"/>
                  </a:lnTo>
                  <a:lnTo>
                    <a:pt x="1962" y="2060"/>
                  </a:lnTo>
                  <a:lnTo>
                    <a:pt x="1919" y="2101"/>
                  </a:lnTo>
                  <a:lnTo>
                    <a:pt x="1884" y="2142"/>
                  </a:lnTo>
                  <a:lnTo>
                    <a:pt x="1853" y="2184"/>
                  </a:lnTo>
                  <a:lnTo>
                    <a:pt x="1830" y="2225"/>
                  </a:lnTo>
                  <a:lnTo>
                    <a:pt x="1811" y="2268"/>
                  </a:lnTo>
                  <a:lnTo>
                    <a:pt x="1798" y="2313"/>
                  </a:lnTo>
                  <a:lnTo>
                    <a:pt x="1790" y="2362"/>
                  </a:lnTo>
                  <a:lnTo>
                    <a:pt x="1788" y="2411"/>
                  </a:lnTo>
                  <a:lnTo>
                    <a:pt x="1788" y="2413"/>
                  </a:lnTo>
                  <a:lnTo>
                    <a:pt x="1788" y="2414"/>
                  </a:lnTo>
                  <a:lnTo>
                    <a:pt x="1788" y="2415"/>
                  </a:lnTo>
                  <a:lnTo>
                    <a:pt x="1787" y="2560"/>
                  </a:lnTo>
                  <a:lnTo>
                    <a:pt x="1784" y="2586"/>
                  </a:lnTo>
                  <a:lnTo>
                    <a:pt x="1776" y="2612"/>
                  </a:lnTo>
                  <a:lnTo>
                    <a:pt x="1764" y="2634"/>
                  </a:lnTo>
                  <a:lnTo>
                    <a:pt x="1747" y="2654"/>
                  </a:lnTo>
                  <a:lnTo>
                    <a:pt x="1728" y="2670"/>
                  </a:lnTo>
                  <a:lnTo>
                    <a:pt x="1705" y="2682"/>
                  </a:lnTo>
                  <a:lnTo>
                    <a:pt x="1680" y="2690"/>
                  </a:lnTo>
                  <a:lnTo>
                    <a:pt x="1654" y="2692"/>
                  </a:lnTo>
                  <a:lnTo>
                    <a:pt x="1652" y="2692"/>
                  </a:lnTo>
                  <a:lnTo>
                    <a:pt x="1625" y="2689"/>
                  </a:lnTo>
                  <a:lnTo>
                    <a:pt x="1600" y="2681"/>
                  </a:lnTo>
                  <a:lnTo>
                    <a:pt x="1578" y="2669"/>
                  </a:lnTo>
                  <a:lnTo>
                    <a:pt x="1558" y="2652"/>
                  </a:lnTo>
                  <a:lnTo>
                    <a:pt x="1542" y="2632"/>
                  </a:lnTo>
                  <a:lnTo>
                    <a:pt x="1530" y="2610"/>
                  </a:lnTo>
                  <a:lnTo>
                    <a:pt x="1523" y="2584"/>
                  </a:lnTo>
                  <a:lnTo>
                    <a:pt x="1520" y="2557"/>
                  </a:lnTo>
                  <a:lnTo>
                    <a:pt x="1522" y="2411"/>
                  </a:lnTo>
                  <a:lnTo>
                    <a:pt x="1524" y="2349"/>
                  </a:lnTo>
                  <a:lnTo>
                    <a:pt x="1532" y="2287"/>
                  </a:lnTo>
                  <a:lnTo>
                    <a:pt x="1545" y="2229"/>
                  </a:lnTo>
                  <a:lnTo>
                    <a:pt x="1563" y="2171"/>
                  </a:lnTo>
                  <a:lnTo>
                    <a:pt x="1587" y="2116"/>
                  </a:lnTo>
                  <a:lnTo>
                    <a:pt x="1615" y="2063"/>
                  </a:lnTo>
                  <a:lnTo>
                    <a:pt x="1650" y="2011"/>
                  </a:lnTo>
                  <a:lnTo>
                    <a:pt x="1689" y="1960"/>
                  </a:lnTo>
                  <a:lnTo>
                    <a:pt x="1734" y="1911"/>
                  </a:lnTo>
                  <a:lnTo>
                    <a:pt x="1785" y="1862"/>
                  </a:lnTo>
                  <a:lnTo>
                    <a:pt x="1824" y="1824"/>
                  </a:lnTo>
                  <a:lnTo>
                    <a:pt x="1863" y="1783"/>
                  </a:lnTo>
                  <a:lnTo>
                    <a:pt x="1908" y="1728"/>
                  </a:lnTo>
                  <a:lnTo>
                    <a:pt x="1949" y="1670"/>
                  </a:lnTo>
                  <a:lnTo>
                    <a:pt x="1984" y="1609"/>
                  </a:lnTo>
                  <a:lnTo>
                    <a:pt x="2015" y="1546"/>
                  </a:lnTo>
                  <a:lnTo>
                    <a:pt x="2039" y="1483"/>
                  </a:lnTo>
                  <a:lnTo>
                    <a:pt x="2060" y="1416"/>
                  </a:lnTo>
                  <a:lnTo>
                    <a:pt x="2075" y="1350"/>
                  </a:lnTo>
                  <a:lnTo>
                    <a:pt x="2085" y="1283"/>
                  </a:lnTo>
                  <a:lnTo>
                    <a:pt x="2089" y="1215"/>
                  </a:lnTo>
                  <a:lnTo>
                    <a:pt x="2089" y="1147"/>
                  </a:lnTo>
                  <a:lnTo>
                    <a:pt x="2085" y="1080"/>
                  </a:lnTo>
                  <a:lnTo>
                    <a:pt x="2075" y="1011"/>
                  </a:lnTo>
                  <a:lnTo>
                    <a:pt x="2060" y="945"/>
                  </a:lnTo>
                  <a:lnTo>
                    <a:pt x="2040" y="879"/>
                  </a:lnTo>
                  <a:lnTo>
                    <a:pt x="2015" y="816"/>
                  </a:lnTo>
                  <a:lnTo>
                    <a:pt x="1985" y="753"/>
                  </a:lnTo>
                  <a:lnTo>
                    <a:pt x="1950" y="692"/>
                  </a:lnTo>
                  <a:lnTo>
                    <a:pt x="1909" y="634"/>
                  </a:lnTo>
                  <a:lnTo>
                    <a:pt x="1864" y="578"/>
                  </a:lnTo>
                  <a:lnTo>
                    <a:pt x="1815" y="526"/>
                  </a:lnTo>
                  <a:lnTo>
                    <a:pt x="1762" y="479"/>
                  </a:lnTo>
                  <a:lnTo>
                    <a:pt x="1706" y="436"/>
                  </a:lnTo>
                  <a:lnTo>
                    <a:pt x="1647" y="397"/>
                  </a:lnTo>
                  <a:lnTo>
                    <a:pt x="1586" y="363"/>
                  </a:lnTo>
                  <a:lnTo>
                    <a:pt x="1522" y="335"/>
                  </a:lnTo>
                  <a:lnTo>
                    <a:pt x="1456" y="310"/>
                  </a:lnTo>
                  <a:lnTo>
                    <a:pt x="1389" y="292"/>
                  </a:lnTo>
                  <a:lnTo>
                    <a:pt x="1320" y="278"/>
                  </a:lnTo>
                  <a:lnTo>
                    <a:pt x="1249" y="270"/>
                  </a:lnTo>
                  <a:lnTo>
                    <a:pt x="1178" y="266"/>
                  </a:lnTo>
                  <a:lnTo>
                    <a:pt x="1107" y="270"/>
                  </a:lnTo>
                  <a:lnTo>
                    <a:pt x="1037" y="278"/>
                  </a:lnTo>
                  <a:lnTo>
                    <a:pt x="968" y="292"/>
                  </a:lnTo>
                  <a:lnTo>
                    <a:pt x="901" y="310"/>
                  </a:lnTo>
                  <a:lnTo>
                    <a:pt x="835" y="335"/>
                  </a:lnTo>
                  <a:lnTo>
                    <a:pt x="771" y="363"/>
                  </a:lnTo>
                  <a:lnTo>
                    <a:pt x="709" y="397"/>
                  </a:lnTo>
                  <a:lnTo>
                    <a:pt x="650" y="436"/>
                  </a:lnTo>
                  <a:lnTo>
                    <a:pt x="594" y="479"/>
                  </a:lnTo>
                  <a:lnTo>
                    <a:pt x="541" y="526"/>
                  </a:lnTo>
                  <a:lnTo>
                    <a:pt x="493" y="578"/>
                  </a:lnTo>
                  <a:lnTo>
                    <a:pt x="446" y="634"/>
                  </a:lnTo>
                  <a:lnTo>
                    <a:pt x="407" y="692"/>
                  </a:lnTo>
                  <a:lnTo>
                    <a:pt x="371" y="753"/>
                  </a:lnTo>
                  <a:lnTo>
                    <a:pt x="341" y="816"/>
                  </a:lnTo>
                  <a:lnTo>
                    <a:pt x="316" y="880"/>
                  </a:lnTo>
                  <a:lnTo>
                    <a:pt x="296" y="945"/>
                  </a:lnTo>
                  <a:lnTo>
                    <a:pt x="280" y="1013"/>
                  </a:lnTo>
                  <a:lnTo>
                    <a:pt x="271" y="1080"/>
                  </a:lnTo>
                  <a:lnTo>
                    <a:pt x="265" y="1148"/>
                  </a:lnTo>
                  <a:lnTo>
                    <a:pt x="266" y="1216"/>
                  </a:lnTo>
                  <a:lnTo>
                    <a:pt x="271" y="1284"/>
                  </a:lnTo>
                  <a:lnTo>
                    <a:pt x="282" y="1352"/>
                  </a:lnTo>
                  <a:lnTo>
                    <a:pt x="296" y="1419"/>
                  </a:lnTo>
                  <a:lnTo>
                    <a:pt x="317" y="1484"/>
                  </a:lnTo>
                  <a:lnTo>
                    <a:pt x="342" y="1549"/>
                  </a:lnTo>
                  <a:lnTo>
                    <a:pt x="373" y="1611"/>
                  </a:lnTo>
                  <a:lnTo>
                    <a:pt x="408" y="1672"/>
                  </a:lnTo>
                  <a:lnTo>
                    <a:pt x="449" y="1730"/>
                  </a:lnTo>
                  <a:lnTo>
                    <a:pt x="495" y="1785"/>
                  </a:lnTo>
                  <a:lnTo>
                    <a:pt x="532" y="1825"/>
                  </a:lnTo>
                  <a:lnTo>
                    <a:pt x="572" y="1862"/>
                  </a:lnTo>
                  <a:lnTo>
                    <a:pt x="622" y="1912"/>
                  </a:lnTo>
                  <a:lnTo>
                    <a:pt x="669" y="1962"/>
                  </a:lnTo>
                  <a:lnTo>
                    <a:pt x="709" y="2013"/>
                  </a:lnTo>
                  <a:lnTo>
                    <a:pt x="743" y="2066"/>
                  </a:lnTo>
                  <a:lnTo>
                    <a:pt x="772" y="2120"/>
                  </a:lnTo>
                  <a:lnTo>
                    <a:pt x="796" y="2176"/>
                  </a:lnTo>
                  <a:lnTo>
                    <a:pt x="814" y="2234"/>
                  </a:lnTo>
                  <a:lnTo>
                    <a:pt x="827" y="2294"/>
                  </a:lnTo>
                  <a:lnTo>
                    <a:pt x="835" y="2355"/>
                  </a:lnTo>
                  <a:lnTo>
                    <a:pt x="837" y="2419"/>
                  </a:lnTo>
                  <a:lnTo>
                    <a:pt x="837" y="2420"/>
                  </a:lnTo>
                  <a:lnTo>
                    <a:pt x="835" y="2559"/>
                  </a:lnTo>
                  <a:lnTo>
                    <a:pt x="832" y="2585"/>
                  </a:lnTo>
                  <a:lnTo>
                    <a:pt x="824" y="2611"/>
                  </a:lnTo>
                  <a:lnTo>
                    <a:pt x="812" y="2633"/>
                  </a:lnTo>
                  <a:lnTo>
                    <a:pt x="795" y="2652"/>
                  </a:lnTo>
                  <a:lnTo>
                    <a:pt x="776" y="2668"/>
                  </a:lnTo>
                  <a:lnTo>
                    <a:pt x="753" y="2680"/>
                  </a:lnTo>
                  <a:lnTo>
                    <a:pt x="728" y="2688"/>
                  </a:lnTo>
                  <a:lnTo>
                    <a:pt x="702" y="2691"/>
                  </a:lnTo>
                  <a:lnTo>
                    <a:pt x="701" y="2691"/>
                  </a:lnTo>
                  <a:lnTo>
                    <a:pt x="673" y="2688"/>
                  </a:lnTo>
                  <a:lnTo>
                    <a:pt x="649" y="2680"/>
                  </a:lnTo>
                  <a:lnTo>
                    <a:pt x="626" y="2667"/>
                  </a:lnTo>
                  <a:lnTo>
                    <a:pt x="607" y="2650"/>
                  </a:lnTo>
                  <a:lnTo>
                    <a:pt x="591" y="2630"/>
                  </a:lnTo>
                  <a:lnTo>
                    <a:pt x="578" y="2607"/>
                  </a:lnTo>
                  <a:lnTo>
                    <a:pt x="571" y="2583"/>
                  </a:lnTo>
                  <a:lnTo>
                    <a:pt x="569" y="2556"/>
                  </a:lnTo>
                  <a:lnTo>
                    <a:pt x="570" y="2417"/>
                  </a:lnTo>
                  <a:lnTo>
                    <a:pt x="567" y="2366"/>
                  </a:lnTo>
                  <a:lnTo>
                    <a:pt x="560" y="2318"/>
                  </a:lnTo>
                  <a:lnTo>
                    <a:pt x="547" y="2273"/>
                  </a:lnTo>
                  <a:lnTo>
                    <a:pt x="528" y="2229"/>
                  </a:lnTo>
                  <a:lnTo>
                    <a:pt x="504" y="2186"/>
                  </a:lnTo>
                  <a:lnTo>
                    <a:pt x="473" y="2144"/>
                  </a:lnTo>
                  <a:lnTo>
                    <a:pt x="437" y="2102"/>
                  </a:lnTo>
                  <a:lnTo>
                    <a:pt x="394" y="2061"/>
                  </a:lnTo>
                  <a:lnTo>
                    <a:pt x="343" y="2013"/>
                  </a:lnTo>
                  <a:lnTo>
                    <a:pt x="295" y="1962"/>
                  </a:lnTo>
                  <a:lnTo>
                    <a:pt x="245" y="1902"/>
                  </a:lnTo>
                  <a:lnTo>
                    <a:pt x="199" y="1839"/>
                  </a:lnTo>
                  <a:lnTo>
                    <a:pt x="158" y="1774"/>
                  </a:lnTo>
                  <a:lnTo>
                    <a:pt x="122" y="1706"/>
                  </a:lnTo>
                  <a:lnTo>
                    <a:pt x="90" y="1637"/>
                  </a:lnTo>
                  <a:lnTo>
                    <a:pt x="63" y="1564"/>
                  </a:lnTo>
                  <a:lnTo>
                    <a:pt x="41" y="1490"/>
                  </a:lnTo>
                  <a:lnTo>
                    <a:pt x="23" y="1415"/>
                  </a:lnTo>
                  <a:lnTo>
                    <a:pt x="10" y="1338"/>
                  </a:lnTo>
                  <a:lnTo>
                    <a:pt x="2" y="1261"/>
                  </a:lnTo>
                  <a:lnTo>
                    <a:pt x="0" y="1182"/>
                  </a:lnTo>
                  <a:lnTo>
                    <a:pt x="2" y="1104"/>
                  </a:lnTo>
                  <a:lnTo>
                    <a:pt x="10" y="1026"/>
                  </a:lnTo>
                  <a:lnTo>
                    <a:pt x="22" y="950"/>
                  </a:lnTo>
                  <a:lnTo>
                    <a:pt x="40" y="874"/>
                  </a:lnTo>
                  <a:lnTo>
                    <a:pt x="62" y="800"/>
                  </a:lnTo>
                  <a:lnTo>
                    <a:pt x="88" y="728"/>
                  </a:lnTo>
                  <a:lnTo>
                    <a:pt x="120" y="658"/>
                  </a:lnTo>
                  <a:lnTo>
                    <a:pt x="156" y="590"/>
                  </a:lnTo>
                  <a:lnTo>
                    <a:pt x="197" y="524"/>
                  </a:lnTo>
                  <a:lnTo>
                    <a:pt x="242" y="461"/>
                  </a:lnTo>
                  <a:lnTo>
                    <a:pt x="291" y="402"/>
                  </a:lnTo>
                  <a:lnTo>
                    <a:pt x="350" y="340"/>
                  </a:lnTo>
                  <a:lnTo>
                    <a:pt x="411" y="283"/>
                  </a:lnTo>
                  <a:lnTo>
                    <a:pt x="477" y="231"/>
                  </a:lnTo>
                  <a:lnTo>
                    <a:pt x="545" y="184"/>
                  </a:lnTo>
                  <a:lnTo>
                    <a:pt x="617" y="142"/>
                  </a:lnTo>
                  <a:lnTo>
                    <a:pt x="692" y="105"/>
                  </a:lnTo>
                  <a:lnTo>
                    <a:pt x="769" y="74"/>
                  </a:lnTo>
                  <a:lnTo>
                    <a:pt x="847" y="47"/>
                  </a:lnTo>
                  <a:lnTo>
                    <a:pt x="927" y="26"/>
                  </a:lnTo>
                  <a:lnTo>
                    <a:pt x="1010" y="12"/>
                  </a:lnTo>
                  <a:lnTo>
                    <a:pt x="1093" y="3"/>
                  </a:lnTo>
                  <a:lnTo>
                    <a:pt x="1177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691" y="1203"/>
              <a:ext cx="304" cy="67"/>
            </a:xfrm>
            <a:custGeom>
              <a:avLst/>
              <a:gdLst/>
              <a:ahLst/>
              <a:cxnLst/>
              <a:rect l="l" t="t" r="r" b="b"/>
              <a:pathLst>
                <a:path w="1217" h="268" extrusionOk="0">
                  <a:moveTo>
                    <a:pt x="133" y="0"/>
                  </a:moveTo>
                  <a:lnTo>
                    <a:pt x="1084" y="0"/>
                  </a:lnTo>
                  <a:lnTo>
                    <a:pt x="1110" y="4"/>
                  </a:lnTo>
                  <a:lnTo>
                    <a:pt x="1136" y="11"/>
                  </a:lnTo>
                  <a:lnTo>
                    <a:pt x="1158" y="23"/>
                  </a:lnTo>
                  <a:lnTo>
                    <a:pt x="1177" y="40"/>
                  </a:lnTo>
                  <a:lnTo>
                    <a:pt x="1194" y="60"/>
                  </a:lnTo>
                  <a:lnTo>
                    <a:pt x="1207" y="83"/>
                  </a:lnTo>
                  <a:lnTo>
                    <a:pt x="1215" y="107"/>
                  </a:lnTo>
                  <a:lnTo>
                    <a:pt x="1217" y="135"/>
                  </a:lnTo>
                  <a:lnTo>
                    <a:pt x="1215" y="161"/>
                  </a:lnTo>
                  <a:lnTo>
                    <a:pt x="1207" y="186"/>
                  </a:lnTo>
                  <a:lnTo>
                    <a:pt x="1195" y="209"/>
                  </a:lnTo>
                  <a:lnTo>
                    <a:pt x="1178" y="229"/>
                  </a:lnTo>
                  <a:lnTo>
                    <a:pt x="1159" y="245"/>
                  </a:lnTo>
                  <a:lnTo>
                    <a:pt x="1136" y="257"/>
                  </a:lnTo>
                  <a:lnTo>
                    <a:pt x="1111" y="264"/>
                  </a:lnTo>
                  <a:lnTo>
                    <a:pt x="1085" y="268"/>
                  </a:lnTo>
                  <a:lnTo>
                    <a:pt x="133" y="268"/>
                  </a:lnTo>
                  <a:lnTo>
                    <a:pt x="106" y="264"/>
                  </a:lnTo>
                  <a:lnTo>
                    <a:pt x="81" y="257"/>
                  </a:lnTo>
                  <a:lnTo>
                    <a:pt x="58" y="245"/>
                  </a:lnTo>
                  <a:lnTo>
                    <a:pt x="39" y="228"/>
                  </a:lnTo>
                  <a:lnTo>
                    <a:pt x="23" y="208"/>
                  </a:lnTo>
                  <a:lnTo>
                    <a:pt x="9" y="186"/>
                  </a:lnTo>
                  <a:lnTo>
                    <a:pt x="2" y="161"/>
                  </a:lnTo>
                  <a:lnTo>
                    <a:pt x="0" y="135"/>
                  </a:lnTo>
                  <a:lnTo>
                    <a:pt x="2" y="107"/>
                  </a:lnTo>
                  <a:lnTo>
                    <a:pt x="9" y="83"/>
                  </a:lnTo>
                  <a:lnTo>
                    <a:pt x="23" y="60"/>
                  </a:lnTo>
                  <a:lnTo>
                    <a:pt x="39" y="40"/>
                  </a:lnTo>
                  <a:lnTo>
                    <a:pt x="58" y="23"/>
                  </a:lnTo>
                  <a:lnTo>
                    <a:pt x="81" y="11"/>
                  </a:lnTo>
                  <a:lnTo>
                    <a:pt x="106" y="4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746" y="1314"/>
              <a:ext cx="195" cy="67"/>
            </a:xfrm>
            <a:custGeom>
              <a:avLst/>
              <a:gdLst/>
              <a:ahLst/>
              <a:cxnLst/>
              <a:rect l="l" t="t" r="r" b="b"/>
              <a:pathLst>
                <a:path w="780" h="267" extrusionOk="0">
                  <a:moveTo>
                    <a:pt x="133" y="0"/>
                  </a:moveTo>
                  <a:lnTo>
                    <a:pt x="646" y="0"/>
                  </a:lnTo>
                  <a:lnTo>
                    <a:pt x="673" y="3"/>
                  </a:lnTo>
                  <a:lnTo>
                    <a:pt x="699" y="11"/>
                  </a:lnTo>
                  <a:lnTo>
                    <a:pt x="721" y="23"/>
                  </a:lnTo>
                  <a:lnTo>
                    <a:pt x="741" y="39"/>
                  </a:lnTo>
                  <a:lnTo>
                    <a:pt x="757" y="59"/>
                  </a:lnTo>
                  <a:lnTo>
                    <a:pt x="769" y="81"/>
                  </a:lnTo>
                  <a:lnTo>
                    <a:pt x="777" y="106"/>
                  </a:lnTo>
                  <a:lnTo>
                    <a:pt x="780" y="133"/>
                  </a:lnTo>
                  <a:lnTo>
                    <a:pt x="777" y="160"/>
                  </a:lnTo>
                  <a:lnTo>
                    <a:pt x="769" y="185"/>
                  </a:lnTo>
                  <a:lnTo>
                    <a:pt x="757" y="208"/>
                  </a:lnTo>
                  <a:lnTo>
                    <a:pt x="741" y="227"/>
                  </a:lnTo>
                  <a:lnTo>
                    <a:pt x="721" y="244"/>
                  </a:lnTo>
                  <a:lnTo>
                    <a:pt x="699" y="256"/>
                  </a:lnTo>
                  <a:lnTo>
                    <a:pt x="673" y="264"/>
                  </a:lnTo>
                  <a:lnTo>
                    <a:pt x="646" y="267"/>
                  </a:lnTo>
                  <a:lnTo>
                    <a:pt x="133" y="267"/>
                  </a:lnTo>
                  <a:lnTo>
                    <a:pt x="106" y="264"/>
                  </a:lnTo>
                  <a:lnTo>
                    <a:pt x="82" y="256"/>
                  </a:lnTo>
                  <a:lnTo>
                    <a:pt x="59" y="244"/>
                  </a:lnTo>
                  <a:lnTo>
                    <a:pt x="39" y="227"/>
                  </a:lnTo>
                  <a:lnTo>
                    <a:pt x="22" y="208"/>
                  </a:lnTo>
                  <a:lnTo>
                    <a:pt x="10" y="185"/>
                  </a:lnTo>
                  <a:lnTo>
                    <a:pt x="3" y="160"/>
                  </a:lnTo>
                  <a:lnTo>
                    <a:pt x="0" y="133"/>
                  </a:lnTo>
                  <a:lnTo>
                    <a:pt x="3" y="106"/>
                  </a:lnTo>
                  <a:lnTo>
                    <a:pt x="10" y="81"/>
                  </a:lnTo>
                  <a:lnTo>
                    <a:pt x="22" y="59"/>
                  </a:lnTo>
                  <a:lnTo>
                    <a:pt x="39" y="39"/>
                  </a:lnTo>
                  <a:lnTo>
                    <a:pt x="59" y="23"/>
                  </a:lnTo>
                  <a:lnTo>
                    <a:pt x="82" y="11"/>
                  </a:lnTo>
                  <a:lnTo>
                    <a:pt x="106" y="3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718" y="764"/>
              <a:ext cx="159" cy="383"/>
            </a:xfrm>
            <a:custGeom>
              <a:avLst/>
              <a:gdLst/>
              <a:ahLst/>
              <a:cxnLst/>
              <a:rect l="l" t="t" r="r" b="b"/>
              <a:pathLst>
                <a:path w="636" h="1533" extrusionOk="0">
                  <a:moveTo>
                    <a:pt x="134" y="0"/>
                  </a:moveTo>
                  <a:lnTo>
                    <a:pt x="160" y="2"/>
                  </a:lnTo>
                  <a:lnTo>
                    <a:pt x="184" y="9"/>
                  </a:lnTo>
                  <a:lnTo>
                    <a:pt x="207" y="22"/>
                  </a:lnTo>
                  <a:lnTo>
                    <a:pt x="228" y="38"/>
                  </a:lnTo>
                  <a:lnTo>
                    <a:pt x="596" y="407"/>
                  </a:lnTo>
                  <a:lnTo>
                    <a:pt x="608" y="421"/>
                  </a:lnTo>
                  <a:lnTo>
                    <a:pt x="619" y="439"/>
                  </a:lnTo>
                  <a:lnTo>
                    <a:pt x="628" y="460"/>
                  </a:lnTo>
                  <a:lnTo>
                    <a:pt x="634" y="484"/>
                  </a:lnTo>
                  <a:lnTo>
                    <a:pt x="636" y="512"/>
                  </a:lnTo>
                  <a:lnTo>
                    <a:pt x="636" y="1399"/>
                  </a:lnTo>
                  <a:lnTo>
                    <a:pt x="633" y="1426"/>
                  </a:lnTo>
                  <a:lnTo>
                    <a:pt x="625" y="1452"/>
                  </a:lnTo>
                  <a:lnTo>
                    <a:pt x="613" y="1474"/>
                  </a:lnTo>
                  <a:lnTo>
                    <a:pt x="596" y="1493"/>
                  </a:lnTo>
                  <a:lnTo>
                    <a:pt x="576" y="1510"/>
                  </a:lnTo>
                  <a:lnTo>
                    <a:pt x="554" y="1522"/>
                  </a:lnTo>
                  <a:lnTo>
                    <a:pt x="529" y="1530"/>
                  </a:lnTo>
                  <a:lnTo>
                    <a:pt x="502" y="1533"/>
                  </a:lnTo>
                  <a:lnTo>
                    <a:pt x="475" y="1530"/>
                  </a:lnTo>
                  <a:lnTo>
                    <a:pt x="450" y="1522"/>
                  </a:lnTo>
                  <a:lnTo>
                    <a:pt x="428" y="1510"/>
                  </a:lnTo>
                  <a:lnTo>
                    <a:pt x="408" y="1493"/>
                  </a:lnTo>
                  <a:lnTo>
                    <a:pt x="392" y="1474"/>
                  </a:lnTo>
                  <a:lnTo>
                    <a:pt x="380" y="1452"/>
                  </a:lnTo>
                  <a:lnTo>
                    <a:pt x="372" y="1426"/>
                  </a:lnTo>
                  <a:lnTo>
                    <a:pt x="369" y="1399"/>
                  </a:lnTo>
                  <a:lnTo>
                    <a:pt x="369" y="557"/>
                  </a:lnTo>
                  <a:lnTo>
                    <a:pt x="40" y="228"/>
                  </a:lnTo>
                  <a:lnTo>
                    <a:pt x="22" y="207"/>
                  </a:lnTo>
                  <a:lnTo>
                    <a:pt x="10" y="183"/>
                  </a:lnTo>
                  <a:lnTo>
                    <a:pt x="2" y="158"/>
                  </a:lnTo>
                  <a:lnTo>
                    <a:pt x="0" y="133"/>
                  </a:lnTo>
                  <a:lnTo>
                    <a:pt x="2" y="107"/>
                  </a:lnTo>
                  <a:lnTo>
                    <a:pt x="10" y="82"/>
                  </a:lnTo>
                  <a:lnTo>
                    <a:pt x="22" y="59"/>
                  </a:lnTo>
                  <a:lnTo>
                    <a:pt x="40" y="38"/>
                  </a:lnTo>
                  <a:lnTo>
                    <a:pt x="61" y="22"/>
                  </a:lnTo>
                  <a:lnTo>
                    <a:pt x="84" y="9"/>
                  </a:lnTo>
                  <a:lnTo>
                    <a:pt x="108" y="2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884" y="764"/>
              <a:ext cx="85" cy="85"/>
            </a:xfrm>
            <a:custGeom>
              <a:avLst/>
              <a:gdLst/>
              <a:ahLst/>
              <a:cxnLst/>
              <a:rect l="l" t="t" r="r" b="b"/>
              <a:pathLst>
                <a:path w="337" h="338" extrusionOk="0">
                  <a:moveTo>
                    <a:pt x="204" y="0"/>
                  </a:moveTo>
                  <a:lnTo>
                    <a:pt x="230" y="2"/>
                  </a:lnTo>
                  <a:lnTo>
                    <a:pt x="254" y="10"/>
                  </a:lnTo>
                  <a:lnTo>
                    <a:pt x="277" y="22"/>
                  </a:lnTo>
                  <a:lnTo>
                    <a:pt x="298" y="38"/>
                  </a:lnTo>
                  <a:lnTo>
                    <a:pt x="315" y="59"/>
                  </a:lnTo>
                  <a:lnTo>
                    <a:pt x="327" y="83"/>
                  </a:lnTo>
                  <a:lnTo>
                    <a:pt x="335" y="108"/>
                  </a:lnTo>
                  <a:lnTo>
                    <a:pt x="337" y="133"/>
                  </a:lnTo>
                  <a:lnTo>
                    <a:pt x="335" y="159"/>
                  </a:lnTo>
                  <a:lnTo>
                    <a:pt x="327" y="184"/>
                  </a:lnTo>
                  <a:lnTo>
                    <a:pt x="315" y="207"/>
                  </a:lnTo>
                  <a:lnTo>
                    <a:pt x="298" y="228"/>
                  </a:lnTo>
                  <a:lnTo>
                    <a:pt x="227" y="298"/>
                  </a:lnTo>
                  <a:lnTo>
                    <a:pt x="206" y="316"/>
                  </a:lnTo>
                  <a:lnTo>
                    <a:pt x="183" y="328"/>
                  </a:lnTo>
                  <a:lnTo>
                    <a:pt x="158" y="335"/>
                  </a:lnTo>
                  <a:lnTo>
                    <a:pt x="133" y="338"/>
                  </a:lnTo>
                  <a:lnTo>
                    <a:pt x="107" y="334"/>
                  </a:lnTo>
                  <a:lnTo>
                    <a:pt x="83" y="328"/>
                  </a:lnTo>
                  <a:lnTo>
                    <a:pt x="60" y="316"/>
                  </a:lnTo>
                  <a:lnTo>
                    <a:pt x="39" y="298"/>
                  </a:lnTo>
                  <a:lnTo>
                    <a:pt x="22" y="277"/>
                  </a:lnTo>
                  <a:lnTo>
                    <a:pt x="10" y="254"/>
                  </a:lnTo>
                  <a:lnTo>
                    <a:pt x="3" y="229"/>
                  </a:lnTo>
                  <a:lnTo>
                    <a:pt x="0" y="203"/>
                  </a:lnTo>
                  <a:lnTo>
                    <a:pt x="3" y="178"/>
                  </a:lnTo>
                  <a:lnTo>
                    <a:pt x="10" y="153"/>
                  </a:lnTo>
                  <a:lnTo>
                    <a:pt x="22" y="130"/>
                  </a:lnTo>
                  <a:lnTo>
                    <a:pt x="39" y="109"/>
                  </a:lnTo>
                  <a:lnTo>
                    <a:pt x="110" y="38"/>
                  </a:lnTo>
                  <a:lnTo>
                    <a:pt x="131" y="22"/>
                  </a:lnTo>
                  <a:lnTo>
                    <a:pt x="154" y="10"/>
                  </a:lnTo>
                  <a:lnTo>
                    <a:pt x="179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13"/>
          <p:cNvSpPr/>
          <p:nvPr/>
        </p:nvSpPr>
        <p:spPr>
          <a:xfrm>
            <a:off x="7328101" y="1646338"/>
            <a:ext cx="649500" cy="6495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 rot="2700000">
            <a:off x="5131719" y="1237653"/>
            <a:ext cx="2702986" cy="2702986"/>
          </a:xfrm>
          <a:prstGeom prst="roundRect">
            <a:avLst>
              <a:gd name="adj" fmla="val 5268"/>
            </a:avLst>
          </a:prstGeom>
          <a:solidFill>
            <a:srgbClr val="FFFFFF"/>
          </a:solidFill>
          <a:ln>
            <a:noFill/>
          </a:ln>
          <a:effectLst>
            <a:outerShdw blurRad="367307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p13"/>
          <p:cNvGrpSpPr/>
          <p:nvPr/>
        </p:nvGrpSpPr>
        <p:grpSpPr>
          <a:xfrm>
            <a:off x="7543214" y="677846"/>
            <a:ext cx="469705" cy="722606"/>
            <a:chOff x="1549" y="475"/>
            <a:chExt cx="589" cy="906"/>
          </a:xfrm>
        </p:grpSpPr>
        <p:sp>
          <p:nvSpPr>
            <p:cNvPr id="65" name="Google Shape;65;p13"/>
            <p:cNvSpPr/>
            <p:nvPr/>
          </p:nvSpPr>
          <p:spPr>
            <a:xfrm>
              <a:off x="1549" y="475"/>
              <a:ext cx="589" cy="673"/>
            </a:xfrm>
            <a:custGeom>
              <a:avLst/>
              <a:gdLst/>
              <a:ahLst/>
              <a:cxnLst/>
              <a:rect l="l" t="t" r="r" b="b"/>
              <a:pathLst>
                <a:path w="2355" h="2692" extrusionOk="0">
                  <a:moveTo>
                    <a:pt x="1177" y="0"/>
                  </a:moveTo>
                  <a:lnTo>
                    <a:pt x="1261" y="3"/>
                  </a:lnTo>
                  <a:lnTo>
                    <a:pt x="1345" y="12"/>
                  </a:lnTo>
                  <a:lnTo>
                    <a:pt x="1426" y="26"/>
                  </a:lnTo>
                  <a:lnTo>
                    <a:pt x="1508" y="47"/>
                  </a:lnTo>
                  <a:lnTo>
                    <a:pt x="1586" y="74"/>
                  </a:lnTo>
                  <a:lnTo>
                    <a:pt x="1663" y="105"/>
                  </a:lnTo>
                  <a:lnTo>
                    <a:pt x="1738" y="142"/>
                  </a:lnTo>
                  <a:lnTo>
                    <a:pt x="1809" y="184"/>
                  </a:lnTo>
                  <a:lnTo>
                    <a:pt x="1877" y="231"/>
                  </a:lnTo>
                  <a:lnTo>
                    <a:pt x="1943" y="283"/>
                  </a:lnTo>
                  <a:lnTo>
                    <a:pt x="2005" y="340"/>
                  </a:lnTo>
                  <a:lnTo>
                    <a:pt x="2063" y="401"/>
                  </a:lnTo>
                  <a:lnTo>
                    <a:pt x="2113" y="461"/>
                  </a:lnTo>
                  <a:lnTo>
                    <a:pt x="2158" y="524"/>
                  </a:lnTo>
                  <a:lnTo>
                    <a:pt x="2197" y="589"/>
                  </a:lnTo>
                  <a:lnTo>
                    <a:pt x="2234" y="657"/>
                  </a:lnTo>
                  <a:lnTo>
                    <a:pt x="2265" y="726"/>
                  </a:lnTo>
                  <a:lnTo>
                    <a:pt x="2292" y="799"/>
                  </a:lnTo>
                  <a:lnTo>
                    <a:pt x="2315" y="873"/>
                  </a:lnTo>
                  <a:lnTo>
                    <a:pt x="2333" y="948"/>
                  </a:lnTo>
                  <a:lnTo>
                    <a:pt x="2345" y="1025"/>
                  </a:lnTo>
                  <a:lnTo>
                    <a:pt x="2352" y="1102"/>
                  </a:lnTo>
                  <a:lnTo>
                    <a:pt x="2355" y="1180"/>
                  </a:lnTo>
                  <a:lnTo>
                    <a:pt x="2352" y="1258"/>
                  </a:lnTo>
                  <a:lnTo>
                    <a:pt x="2345" y="1336"/>
                  </a:lnTo>
                  <a:lnTo>
                    <a:pt x="2333" y="1413"/>
                  </a:lnTo>
                  <a:lnTo>
                    <a:pt x="2315" y="1488"/>
                  </a:lnTo>
                  <a:lnTo>
                    <a:pt x="2292" y="1562"/>
                  </a:lnTo>
                  <a:lnTo>
                    <a:pt x="2265" y="1633"/>
                  </a:lnTo>
                  <a:lnTo>
                    <a:pt x="2234" y="1704"/>
                  </a:lnTo>
                  <a:lnTo>
                    <a:pt x="2197" y="1771"/>
                  </a:lnTo>
                  <a:lnTo>
                    <a:pt x="2158" y="1837"/>
                  </a:lnTo>
                  <a:lnTo>
                    <a:pt x="2113" y="1900"/>
                  </a:lnTo>
                  <a:lnTo>
                    <a:pt x="2063" y="1959"/>
                  </a:lnTo>
                  <a:lnTo>
                    <a:pt x="2014" y="2011"/>
                  </a:lnTo>
                  <a:lnTo>
                    <a:pt x="1962" y="2060"/>
                  </a:lnTo>
                  <a:lnTo>
                    <a:pt x="1919" y="2101"/>
                  </a:lnTo>
                  <a:lnTo>
                    <a:pt x="1884" y="2142"/>
                  </a:lnTo>
                  <a:lnTo>
                    <a:pt x="1853" y="2184"/>
                  </a:lnTo>
                  <a:lnTo>
                    <a:pt x="1830" y="2225"/>
                  </a:lnTo>
                  <a:lnTo>
                    <a:pt x="1811" y="2268"/>
                  </a:lnTo>
                  <a:lnTo>
                    <a:pt x="1798" y="2313"/>
                  </a:lnTo>
                  <a:lnTo>
                    <a:pt x="1790" y="2362"/>
                  </a:lnTo>
                  <a:lnTo>
                    <a:pt x="1788" y="2411"/>
                  </a:lnTo>
                  <a:lnTo>
                    <a:pt x="1788" y="2413"/>
                  </a:lnTo>
                  <a:lnTo>
                    <a:pt x="1788" y="2414"/>
                  </a:lnTo>
                  <a:lnTo>
                    <a:pt x="1788" y="2415"/>
                  </a:lnTo>
                  <a:lnTo>
                    <a:pt x="1787" y="2560"/>
                  </a:lnTo>
                  <a:lnTo>
                    <a:pt x="1784" y="2586"/>
                  </a:lnTo>
                  <a:lnTo>
                    <a:pt x="1776" y="2612"/>
                  </a:lnTo>
                  <a:lnTo>
                    <a:pt x="1764" y="2634"/>
                  </a:lnTo>
                  <a:lnTo>
                    <a:pt x="1747" y="2654"/>
                  </a:lnTo>
                  <a:lnTo>
                    <a:pt x="1728" y="2670"/>
                  </a:lnTo>
                  <a:lnTo>
                    <a:pt x="1705" y="2682"/>
                  </a:lnTo>
                  <a:lnTo>
                    <a:pt x="1680" y="2690"/>
                  </a:lnTo>
                  <a:lnTo>
                    <a:pt x="1654" y="2692"/>
                  </a:lnTo>
                  <a:lnTo>
                    <a:pt x="1652" y="2692"/>
                  </a:lnTo>
                  <a:lnTo>
                    <a:pt x="1625" y="2689"/>
                  </a:lnTo>
                  <a:lnTo>
                    <a:pt x="1600" y="2681"/>
                  </a:lnTo>
                  <a:lnTo>
                    <a:pt x="1578" y="2669"/>
                  </a:lnTo>
                  <a:lnTo>
                    <a:pt x="1558" y="2652"/>
                  </a:lnTo>
                  <a:lnTo>
                    <a:pt x="1542" y="2632"/>
                  </a:lnTo>
                  <a:lnTo>
                    <a:pt x="1530" y="2610"/>
                  </a:lnTo>
                  <a:lnTo>
                    <a:pt x="1523" y="2584"/>
                  </a:lnTo>
                  <a:lnTo>
                    <a:pt x="1520" y="2557"/>
                  </a:lnTo>
                  <a:lnTo>
                    <a:pt x="1522" y="2411"/>
                  </a:lnTo>
                  <a:lnTo>
                    <a:pt x="1524" y="2349"/>
                  </a:lnTo>
                  <a:lnTo>
                    <a:pt x="1532" y="2287"/>
                  </a:lnTo>
                  <a:lnTo>
                    <a:pt x="1545" y="2229"/>
                  </a:lnTo>
                  <a:lnTo>
                    <a:pt x="1563" y="2171"/>
                  </a:lnTo>
                  <a:lnTo>
                    <a:pt x="1587" y="2116"/>
                  </a:lnTo>
                  <a:lnTo>
                    <a:pt x="1615" y="2063"/>
                  </a:lnTo>
                  <a:lnTo>
                    <a:pt x="1650" y="2011"/>
                  </a:lnTo>
                  <a:lnTo>
                    <a:pt x="1689" y="1960"/>
                  </a:lnTo>
                  <a:lnTo>
                    <a:pt x="1734" y="1911"/>
                  </a:lnTo>
                  <a:lnTo>
                    <a:pt x="1785" y="1862"/>
                  </a:lnTo>
                  <a:lnTo>
                    <a:pt x="1824" y="1824"/>
                  </a:lnTo>
                  <a:lnTo>
                    <a:pt x="1863" y="1783"/>
                  </a:lnTo>
                  <a:lnTo>
                    <a:pt x="1908" y="1728"/>
                  </a:lnTo>
                  <a:lnTo>
                    <a:pt x="1949" y="1670"/>
                  </a:lnTo>
                  <a:lnTo>
                    <a:pt x="1984" y="1609"/>
                  </a:lnTo>
                  <a:lnTo>
                    <a:pt x="2015" y="1546"/>
                  </a:lnTo>
                  <a:lnTo>
                    <a:pt x="2039" y="1483"/>
                  </a:lnTo>
                  <a:lnTo>
                    <a:pt x="2060" y="1416"/>
                  </a:lnTo>
                  <a:lnTo>
                    <a:pt x="2075" y="1350"/>
                  </a:lnTo>
                  <a:lnTo>
                    <a:pt x="2085" y="1283"/>
                  </a:lnTo>
                  <a:lnTo>
                    <a:pt x="2089" y="1215"/>
                  </a:lnTo>
                  <a:lnTo>
                    <a:pt x="2089" y="1147"/>
                  </a:lnTo>
                  <a:lnTo>
                    <a:pt x="2085" y="1080"/>
                  </a:lnTo>
                  <a:lnTo>
                    <a:pt x="2075" y="1011"/>
                  </a:lnTo>
                  <a:lnTo>
                    <a:pt x="2060" y="945"/>
                  </a:lnTo>
                  <a:lnTo>
                    <a:pt x="2040" y="879"/>
                  </a:lnTo>
                  <a:lnTo>
                    <a:pt x="2015" y="816"/>
                  </a:lnTo>
                  <a:lnTo>
                    <a:pt x="1985" y="753"/>
                  </a:lnTo>
                  <a:lnTo>
                    <a:pt x="1950" y="692"/>
                  </a:lnTo>
                  <a:lnTo>
                    <a:pt x="1909" y="634"/>
                  </a:lnTo>
                  <a:lnTo>
                    <a:pt x="1864" y="578"/>
                  </a:lnTo>
                  <a:lnTo>
                    <a:pt x="1815" y="526"/>
                  </a:lnTo>
                  <a:lnTo>
                    <a:pt x="1762" y="479"/>
                  </a:lnTo>
                  <a:lnTo>
                    <a:pt x="1706" y="436"/>
                  </a:lnTo>
                  <a:lnTo>
                    <a:pt x="1647" y="397"/>
                  </a:lnTo>
                  <a:lnTo>
                    <a:pt x="1586" y="363"/>
                  </a:lnTo>
                  <a:lnTo>
                    <a:pt x="1522" y="335"/>
                  </a:lnTo>
                  <a:lnTo>
                    <a:pt x="1456" y="310"/>
                  </a:lnTo>
                  <a:lnTo>
                    <a:pt x="1389" y="292"/>
                  </a:lnTo>
                  <a:lnTo>
                    <a:pt x="1320" y="278"/>
                  </a:lnTo>
                  <a:lnTo>
                    <a:pt x="1249" y="270"/>
                  </a:lnTo>
                  <a:lnTo>
                    <a:pt x="1178" y="266"/>
                  </a:lnTo>
                  <a:lnTo>
                    <a:pt x="1107" y="270"/>
                  </a:lnTo>
                  <a:lnTo>
                    <a:pt x="1037" y="278"/>
                  </a:lnTo>
                  <a:lnTo>
                    <a:pt x="968" y="292"/>
                  </a:lnTo>
                  <a:lnTo>
                    <a:pt x="901" y="310"/>
                  </a:lnTo>
                  <a:lnTo>
                    <a:pt x="835" y="335"/>
                  </a:lnTo>
                  <a:lnTo>
                    <a:pt x="771" y="363"/>
                  </a:lnTo>
                  <a:lnTo>
                    <a:pt x="709" y="397"/>
                  </a:lnTo>
                  <a:lnTo>
                    <a:pt x="650" y="436"/>
                  </a:lnTo>
                  <a:lnTo>
                    <a:pt x="594" y="479"/>
                  </a:lnTo>
                  <a:lnTo>
                    <a:pt x="541" y="526"/>
                  </a:lnTo>
                  <a:lnTo>
                    <a:pt x="493" y="578"/>
                  </a:lnTo>
                  <a:lnTo>
                    <a:pt x="446" y="634"/>
                  </a:lnTo>
                  <a:lnTo>
                    <a:pt x="407" y="692"/>
                  </a:lnTo>
                  <a:lnTo>
                    <a:pt x="371" y="753"/>
                  </a:lnTo>
                  <a:lnTo>
                    <a:pt x="341" y="816"/>
                  </a:lnTo>
                  <a:lnTo>
                    <a:pt x="316" y="880"/>
                  </a:lnTo>
                  <a:lnTo>
                    <a:pt x="296" y="945"/>
                  </a:lnTo>
                  <a:lnTo>
                    <a:pt x="280" y="1013"/>
                  </a:lnTo>
                  <a:lnTo>
                    <a:pt x="271" y="1080"/>
                  </a:lnTo>
                  <a:lnTo>
                    <a:pt x="265" y="1148"/>
                  </a:lnTo>
                  <a:lnTo>
                    <a:pt x="266" y="1216"/>
                  </a:lnTo>
                  <a:lnTo>
                    <a:pt x="271" y="1284"/>
                  </a:lnTo>
                  <a:lnTo>
                    <a:pt x="282" y="1352"/>
                  </a:lnTo>
                  <a:lnTo>
                    <a:pt x="296" y="1419"/>
                  </a:lnTo>
                  <a:lnTo>
                    <a:pt x="317" y="1484"/>
                  </a:lnTo>
                  <a:lnTo>
                    <a:pt x="342" y="1549"/>
                  </a:lnTo>
                  <a:lnTo>
                    <a:pt x="373" y="1611"/>
                  </a:lnTo>
                  <a:lnTo>
                    <a:pt x="408" y="1672"/>
                  </a:lnTo>
                  <a:lnTo>
                    <a:pt x="449" y="1730"/>
                  </a:lnTo>
                  <a:lnTo>
                    <a:pt x="495" y="1785"/>
                  </a:lnTo>
                  <a:lnTo>
                    <a:pt x="532" y="1825"/>
                  </a:lnTo>
                  <a:lnTo>
                    <a:pt x="572" y="1862"/>
                  </a:lnTo>
                  <a:lnTo>
                    <a:pt x="622" y="1912"/>
                  </a:lnTo>
                  <a:lnTo>
                    <a:pt x="669" y="1962"/>
                  </a:lnTo>
                  <a:lnTo>
                    <a:pt x="709" y="2013"/>
                  </a:lnTo>
                  <a:lnTo>
                    <a:pt x="743" y="2066"/>
                  </a:lnTo>
                  <a:lnTo>
                    <a:pt x="772" y="2120"/>
                  </a:lnTo>
                  <a:lnTo>
                    <a:pt x="796" y="2176"/>
                  </a:lnTo>
                  <a:lnTo>
                    <a:pt x="814" y="2234"/>
                  </a:lnTo>
                  <a:lnTo>
                    <a:pt x="827" y="2294"/>
                  </a:lnTo>
                  <a:lnTo>
                    <a:pt x="835" y="2355"/>
                  </a:lnTo>
                  <a:lnTo>
                    <a:pt x="837" y="2419"/>
                  </a:lnTo>
                  <a:lnTo>
                    <a:pt x="837" y="2420"/>
                  </a:lnTo>
                  <a:lnTo>
                    <a:pt x="835" y="2559"/>
                  </a:lnTo>
                  <a:lnTo>
                    <a:pt x="832" y="2585"/>
                  </a:lnTo>
                  <a:lnTo>
                    <a:pt x="824" y="2611"/>
                  </a:lnTo>
                  <a:lnTo>
                    <a:pt x="812" y="2633"/>
                  </a:lnTo>
                  <a:lnTo>
                    <a:pt x="795" y="2652"/>
                  </a:lnTo>
                  <a:lnTo>
                    <a:pt x="776" y="2668"/>
                  </a:lnTo>
                  <a:lnTo>
                    <a:pt x="753" y="2680"/>
                  </a:lnTo>
                  <a:lnTo>
                    <a:pt x="728" y="2688"/>
                  </a:lnTo>
                  <a:lnTo>
                    <a:pt x="702" y="2691"/>
                  </a:lnTo>
                  <a:lnTo>
                    <a:pt x="701" y="2691"/>
                  </a:lnTo>
                  <a:lnTo>
                    <a:pt x="673" y="2688"/>
                  </a:lnTo>
                  <a:lnTo>
                    <a:pt x="649" y="2680"/>
                  </a:lnTo>
                  <a:lnTo>
                    <a:pt x="626" y="2667"/>
                  </a:lnTo>
                  <a:lnTo>
                    <a:pt x="607" y="2650"/>
                  </a:lnTo>
                  <a:lnTo>
                    <a:pt x="591" y="2630"/>
                  </a:lnTo>
                  <a:lnTo>
                    <a:pt x="578" y="2607"/>
                  </a:lnTo>
                  <a:lnTo>
                    <a:pt x="571" y="2583"/>
                  </a:lnTo>
                  <a:lnTo>
                    <a:pt x="569" y="2556"/>
                  </a:lnTo>
                  <a:lnTo>
                    <a:pt x="570" y="2417"/>
                  </a:lnTo>
                  <a:lnTo>
                    <a:pt x="567" y="2366"/>
                  </a:lnTo>
                  <a:lnTo>
                    <a:pt x="560" y="2318"/>
                  </a:lnTo>
                  <a:lnTo>
                    <a:pt x="547" y="2273"/>
                  </a:lnTo>
                  <a:lnTo>
                    <a:pt x="528" y="2229"/>
                  </a:lnTo>
                  <a:lnTo>
                    <a:pt x="504" y="2186"/>
                  </a:lnTo>
                  <a:lnTo>
                    <a:pt x="473" y="2144"/>
                  </a:lnTo>
                  <a:lnTo>
                    <a:pt x="437" y="2102"/>
                  </a:lnTo>
                  <a:lnTo>
                    <a:pt x="394" y="2061"/>
                  </a:lnTo>
                  <a:lnTo>
                    <a:pt x="343" y="2013"/>
                  </a:lnTo>
                  <a:lnTo>
                    <a:pt x="295" y="1962"/>
                  </a:lnTo>
                  <a:lnTo>
                    <a:pt x="245" y="1902"/>
                  </a:lnTo>
                  <a:lnTo>
                    <a:pt x="199" y="1839"/>
                  </a:lnTo>
                  <a:lnTo>
                    <a:pt x="158" y="1774"/>
                  </a:lnTo>
                  <a:lnTo>
                    <a:pt x="122" y="1706"/>
                  </a:lnTo>
                  <a:lnTo>
                    <a:pt x="90" y="1637"/>
                  </a:lnTo>
                  <a:lnTo>
                    <a:pt x="63" y="1564"/>
                  </a:lnTo>
                  <a:lnTo>
                    <a:pt x="41" y="1490"/>
                  </a:lnTo>
                  <a:lnTo>
                    <a:pt x="23" y="1415"/>
                  </a:lnTo>
                  <a:lnTo>
                    <a:pt x="10" y="1338"/>
                  </a:lnTo>
                  <a:lnTo>
                    <a:pt x="2" y="1261"/>
                  </a:lnTo>
                  <a:lnTo>
                    <a:pt x="0" y="1182"/>
                  </a:lnTo>
                  <a:lnTo>
                    <a:pt x="2" y="1104"/>
                  </a:lnTo>
                  <a:lnTo>
                    <a:pt x="10" y="1026"/>
                  </a:lnTo>
                  <a:lnTo>
                    <a:pt x="22" y="950"/>
                  </a:lnTo>
                  <a:lnTo>
                    <a:pt x="40" y="874"/>
                  </a:lnTo>
                  <a:lnTo>
                    <a:pt x="62" y="800"/>
                  </a:lnTo>
                  <a:lnTo>
                    <a:pt x="88" y="728"/>
                  </a:lnTo>
                  <a:lnTo>
                    <a:pt x="120" y="658"/>
                  </a:lnTo>
                  <a:lnTo>
                    <a:pt x="156" y="590"/>
                  </a:lnTo>
                  <a:lnTo>
                    <a:pt x="197" y="524"/>
                  </a:lnTo>
                  <a:lnTo>
                    <a:pt x="242" y="461"/>
                  </a:lnTo>
                  <a:lnTo>
                    <a:pt x="291" y="402"/>
                  </a:lnTo>
                  <a:lnTo>
                    <a:pt x="350" y="340"/>
                  </a:lnTo>
                  <a:lnTo>
                    <a:pt x="411" y="283"/>
                  </a:lnTo>
                  <a:lnTo>
                    <a:pt x="477" y="231"/>
                  </a:lnTo>
                  <a:lnTo>
                    <a:pt x="545" y="184"/>
                  </a:lnTo>
                  <a:lnTo>
                    <a:pt x="617" y="142"/>
                  </a:lnTo>
                  <a:lnTo>
                    <a:pt x="692" y="105"/>
                  </a:lnTo>
                  <a:lnTo>
                    <a:pt x="769" y="74"/>
                  </a:lnTo>
                  <a:lnTo>
                    <a:pt x="847" y="47"/>
                  </a:lnTo>
                  <a:lnTo>
                    <a:pt x="927" y="26"/>
                  </a:lnTo>
                  <a:lnTo>
                    <a:pt x="1010" y="12"/>
                  </a:lnTo>
                  <a:lnTo>
                    <a:pt x="1093" y="3"/>
                  </a:lnTo>
                  <a:lnTo>
                    <a:pt x="1177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1691" y="1203"/>
              <a:ext cx="304" cy="67"/>
            </a:xfrm>
            <a:custGeom>
              <a:avLst/>
              <a:gdLst/>
              <a:ahLst/>
              <a:cxnLst/>
              <a:rect l="l" t="t" r="r" b="b"/>
              <a:pathLst>
                <a:path w="1217" h="268" extrusionOk="0">
                  <a:moveTo>
                    <a:pt x="133" y="0"/>
                  </a:moveTo>
                  <a:lnTo>
                    <a:pt x="1084" y="0"/>
                  </a:lnTo>
                  <a:lnTo>
                    <a:pt x="1110" y="4"/>
                  </a:lnTo>
                  <a:lnTo>
                    <a:pt x="1136" y="11"/>
                  </a:lnTo>
                  <a:lnTo>
                    <a:pt x="1158" y="23"/>
                  </a:lnTo>
                  <a:lnTo>
                    <a:pt x="1177" y="40"/>
                  </a:lnTo>
                  <a:lnTo>
                    <a:pt x="1194" y="60"/>
                  </a:lnTo>
                  <a:lnTo>
                    <a:pt x="1207" y="83"/>
                  </a:lnTo>
                  <a:lnTo>
                    <a:pt x="1215" y="107"/>
                  </a:lnTo>
                  <a:lnTo>
                    <a:pt x="1217" y="135"/>
                  </a:lnTo>
                  <a:lnTo>
                    <a:pt x="1215" y="161"/>
                  </a:lnTo>
                  <a:lnTo>
                    <a:pt x="1207" y="186"/>
                  </a:lnTo>
                  <a:lnTo>
                    <a:pt x="1195" y="209"/>
                  </a:lnTo>
                  <a:lnTo>
                    <a:pt x="1178" y="229"/>
                  </a:lnTo>
                  <a:lnTo>
                    <a:pt x="1159" y="245"/>
                  </a:lnTo>
                  <a:lnTo>
                    <a:pt x="1136" y="257"/>
                  </a:lnTo>
                  <a:lnTo>
                    <a:pt x="1111" y="264"/>
                  </a:lnTo>
                  <a:lnTo>
                    <a:pt x="1085" y="268"/>
                  </a:lnTo>
                  <a:lnTo>
                    <a:pt x="133" y="268"/>
                  </a:lnTo>
                  <a:lnTo>
                    <a:pt x="106" y="264"/>
                  </a:lnTo>
                  <a:lnTo>
                    <a:pt x="81" y="257"/>
                  </a:lnTo>
                  <a:lnTo>
                    <a:pt x="58" y="245"/>
                  </a:lnTo>
                  <a:lnTo>
                    <a:pt x="39" y="228"/>
                  </a:lnTo>
                  <a:lnTo>
                    <a:pt x="23" y="208"/>
                  </a:lnTo>
                  <a:lnTo>
                    <a:pt x="9" y="186"/>
                  </a:lnTo>
                  <a:lnTo>
                    <a:pt x="2" y="161"/>
                  </a:lnTo>
                  <a:lnTo>
                    <a:pt x="0" y="135"/>
                  </a:lnTo>
                  <a:lnTo>
                    <a:pt x="2" y="107"/>
                  </a:lnTo>
                  <a:lnTo>
                    <a:pt x="9" y="83"/>
                  </a:lnTo>
                  <a:lnTo>
                    <a:pt x="23" y="60"/>
                  </a:lnTo>
                  <a:lnTo>
                    <a:pt x="39" y="40"/>
                  </a:lnTo>
                  <a:lnTo>
                    <a:pt x="58" y="23"/>
                  </a:lnTo>
                  <a:lnTo>
                    <a:pt x="81" y="11"/>
                  </a:lnTo>
                  <a:lnTo>
                    <a:pt x="106" y="4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1746" y="1314"/>
              <a:ext cx="195" cy="67"/>
            </a:xfrm>
            <a:custGeom>
              <a:avLst/>
              <a:gdLst/>
              <a:ahLst/>
              <a:cxnLst/>
              <a:rect l="l" t="t" r="r" b="b"/>
              <a:pathLst>
                <a:path w="780" h="267" extrusionOk="0">
                  <a:moveTo>
                    <a:pt x="133" y="0"/>
                  </a:moveTo>
                  <a:lnTo>
                    <a:pt x="646" y="0"/>
                  </a:lnTo>
                  <a:lnTo>
                    <a:pt x="673" y="3"/>
                  </a:lnTo>
                  <a:lnTo>
                    <a:pt x="699" y="11"/>
                  </a:lnTo>
                  <a:lnTo>
                    <a:pt x="721" y="23"/>
                  </a:lnTo>
                  <a:lnTo>
                    <a:pt x="741" y="39"/>
                  </a:lnTo>
                  <a:lnTo>
                    <a:pt x="757" y="59"/>
                  </a:lnTo>
                  <a:lnTo>
                    <a:pt x="769" y="81"/>
                  </a:lnTo>
                  <a:lnTo>
                    <a:pt x="777" y="106"/>
                  </a:lnTo>
                  <a:lnTo>
                    <a:pt x="780" y="133"/>
                  </a:lnTo>
                  <a:lnTo>
                    <a:pt x="777" y="160"/>
                  </a:lnTo>
                  <a:lnTo>
                    <a:pt x="769" y="185"/>
                  </a:lnTo>
                  <a:lnTo>
                    <a:pt x="757" y="208"/>
                  </a:lnTo>
                  <a:lnTo>
                    <a:pt x="741" y="227"/>
                  </a:lnTo>
                  <a:lnTo>
                    <a:pt x="721" y="244"/>
                  </a:lnTo>
                  <a:lnTo>
                    <a:pt x="699" y="256"/>
                  </a:lnTo>
                  <a:lnTo>
                    <a:pt x="673" y="264"/>
                  </a:lnTo>
                  <a:lnTo>
                    <a:pt x="646" y="267"/>
                  </a:lnTo>
                  <a:lnTo>
                    <a:pt x="133" y="267"/>
                  </a:lnTo>
                  <a:lnTo>
                    <a:pt x="106" y="264"/>
                  </a:lnTo>
                  <a:lnTo>
                    <a:pt x="82" y="256"/>
                  </a:lnTo>
                  <a:lnTo>
                    <a:pt x="59" y="244"/>
                  </a:lnTo>
                  <a:lnTo>
                    <a:pt x="39" y="227"/>
                  </a:lnTo>
                  <a:lnTo>
                    <a:pt x="22" y="208"/>
                  </a:lnTo>
                  <a:lnTo>
                    <a:pt x="10" y="185"/>
                  </a:lnTo>
                  <a:lnTo>
                    <a:pt x="3" y="160"/>
                  </a:lnTo>
                  <a:lnTo>
                    <a:pt x="0" y="133"/>
                  </a:lnTo>
                  <a:lnTo>
                    <a:pt x="3" y="106"/>
                  </a:lnTo>
                  <a:lnTo>
                    <a:pt x="10" y="81"/>
                  </a:lnTo>
                  <a:lnTo>
                    <a:pt x="22" y="59"/>
                  </a:lnTo>
                  <a:lnTo>
                    <a:pt x="39" y="39"/>
                  </a:lnTo>
                  <a:lnTo>
                    <a:pt x="59" y="23"/>
                  </a:lnTo>
                  <a:lnTo>
                    <a:pt x="82" y="11"/>
                  </a:lnTo>
                  <a:lnTo>
                    <a:pt x="106" y="3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1718" y="764"/>
              <a:ext cx="159" cy="383"/>
            </a:xfrm>
            <a:custGeom>
              <a:avLst/>
              <a:gdLst/>
              <a:ahLst/>
              <a:cxnLst/>
              <a:rect l="l" t="t" r="r" b="b"/>
              <a:pathLst>
                <a:path w="636" h="1533" extrusionOk="0">
                  <a:moveTo>
                    <a:pt x="134" y="0"/>
                  </a:moveTo>
                  <a:lnTo>
                    <a:pt x="160" y="2"/>
                  </a:lnTo>
                  <a:lnTo>
                    <a:pt x="184" y="9"/>
                  </a:lnTo>
                  <a:lnTo>
                    <a:pt x="207" y="22"/>
                  </a:lnTo>
                  <a:lnTo>
                    <a:pt x="228" y="38"/>
                  </a:lnTo>
                  <a:lnTo>
                    <a:pt x="596" y="407"/>
                  </a:lnTo>
                  <a:lnTo>
                    <a:pt x="608" y="421"/>
                  </a:lnTo>
                  <a:lnTo>
                    <a:pt x="619" y="439"/>
                  </a:lnTo>
                  <a:lnTo>
                    <a:pt x="628" y="460"/>
                  </a:lnTo>
                  <a:lnTo>
                    <a:pt x="634" y="484"/>
                  </a:lnTo>
                  <a:lnTo>
                    <a:pt x="636" y="512"/>
                  </a:lnTo>
                  <a:lnTo>
                    <a:pt x="636" y="1399"/>
                  </a:lnTo>
                  <a:lnTo>
                    <a:pt x="633" y="1426"/>
                  </a:lnTo>
                  <a:lnTo>
                    <a:pt x="625" y="1452"/>
                  </a:lnTo>
                  <a:lnTo>
                    <a:pt x="613" y="1474"/>
                  </a:lnTo>
                  <a:lnTo>
                    <a:pt x="596" y="1493"/>
                  </a:lnTo>
                  <a:lnTo>
                    <a:pt x="576" y="1510"/>
                  </a:lnTo>
                  <a:lnTo>
                    <a:pt x="554" y="1522"/>
                  </a:lnTo>
                  <a:lnTo>
                    <a:pt x="529" y="1530"/>
                  </a:lnTo>
                  <a:lnTo>
                    <a:pt x="502" y="1533"/>
                  </a:lnTo>
                  <a:lnTo>
                    <a:pt x="475" y="1530"/>
                  </a:lnTo>
                  <a:lnTo>
                    <a:pt x="450" y="1522"/>
                  </a:lnTo>
                  <a:lnTo>
                    <a:pt x="428" y="1510"/>
                  </a:lnTo>
                  <a:lnTo>
                    <a:pt x="408" y="1493"/>
                  </a:lnTo>
                  <a:lnTo>
                    <a:pt x="392" y="1474"/>
                  </a:lnTo>
                  <a:lnTo>
                    <a:pt x="380" y="1452"/>
                  </a:lnTo>
                  <a:lnTo>
                    <a:pt x="372" y="1426"/>
                  </a:lnTo>
                  <a:lnTo>
                    <a:pt x="369" y="1399"/>
                  </a:lnTo>
                  <a:lnTo>
                    <a:pt x="369" y="557"/>
                  </a:lnTo>
                  <a:lnTo>
                    <a:pt x="40" y="228"/>
                  </a:lnTo>
                  <a:lnTo>
                    <a:pt x="22" y="207"/>
                  </a:lnTo>
                  <a:lnTo>
                    <a:pt x="10" y="183"/>
                  </a:lnTo>
                  <a:lnTo>
                    <a:pt x="2" y="158"/>
                  </a:lnTo>
                  <a:lnTo>
                    <a:pt x="0" y="133"/>
                  </a:lnTo>
                  <a:lnTo>
                    <a:pt x="2" y="107"/>
                  </a:lnTo>
                  <a:lnTo>
                    <a:pt x="10" y="82"/>
                  </a:lnTo>
                  <a:lnTo>
                    <a:pt x="22" y="59"/>
                  </a:lnTo>
                  <a:lnTo>
                    <a:pt x="40" y="38"/>
                  </a:lnTo>
                  <a:lnTo>
                    <a:pt x="61" y="22"/>
                  </a:lnTo>
                  <a:lnTo>
                    <a:pt x="84" y="9"/>
                  </a:lnTo>
                  <a:lnTo>
                    <a:pt x="108" y="2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1884" y="764"/>
              <a:ext cx="85" cy="85"/>
            </a:xfrm>
            <a:custGeom>
              <a:avLst/>
              <a:gdLst/>
              <a:ahLst/>
              <a:cxnLst/>
              <a:rect l="l" t="t" r="r" b="b"/>
              <a:pathLst>
                <a:path w="337" h="338" extrusionOk="0">
                  <a:moveTo>
                    <a:pt x="204" y="0"/>
                  </a:moveTo>
                  <a:lnTo>
                    <a:pt x="230" y="2"/>
                  </a:lnTo>
                  <a:lnTo>
                    <a:pt x="254" y="10"/>
                  </a:lnTo>
                  <a:lnTo>
                    <a:pt x="277" y="22"/>
                  </a:lnTo>
                  <a:lnTo>
                    <a:pt x="298" y="38"/>
                  </a:lnTo>
                  <a:lnTo>
                    <a:pt x="315" y="59"/>
                  </a:lnTo>
                  <a:lnTo>
                    <a:pt x="327" y="83"/>
                  </a:lnTo>
                  <a:lnTo>
                    <a:pt x="335" y="108"/>
                  </a:lnTo>
                  <a:lnTo>
                    <a:pt x="337" y="133"/>
                  </a:lnTo>
                  <a:lnTo>
                    <a:pt x="335" y="159"/>
                  </a:lnTo>
                  <a:lnTo>
                    <a:pt x="327" y="184"/>
                  </a:lnTo>
                  <a:lnTo>
                    <a:pt x="315" y="207"/>
                  </a:lnTo>
                  <a:lnTo>
                    <a:pt x="298" y="228"/>
                  </a:lnTo>
                  <a:lnTo>
                    <a:pt x="227" y="298"/>
                  </a:lnTo>
                  <a:lnTo>
                    <a:pt x="206" y="316"/>
                  </a:lnTo>
                  <a:lnTo>
                    <a:pt x="183" y="328"/>
                  </a:lnTo>
                  <a:lnTo>
                    <a:pt x="158" y="335"/>
                  </a:lnTo>
                  <a:lnTo>
                    <a:pt x="133" y="338"/>
                  </a:lnTo>
                  <a:lnTo>
                    <a:pt x="107" y="334"/>
                  </a:lnTo>
                  <a:lnTo>
                    <a:pt x="83" y="328"/>
                  </a:lnTo>
                  <a:lnTo>
                    <a:pt x="60" y="316"/>
                  </a:lnTo>
                  <a:lnTo>
                    <a:pt x="39" y="298"/>
                  </a:lnTo>
                  <a:lnTo>
                    <a:pt x="22" y="277"/>
                  </a:lnTo>
                  <a:lnTo>
                    <a:pt x="10" y="254"/>
                  </a:lnTo>
                  <a:lnTo>
                    <a:pt x="3" y="229"/>
                  </a:lnTo>
                  <a:lnTo>
                    <a:pt x="0" y="203"/>
                  </a:lnTo>
                  <a:lnTo>
                    <a:pt x="3" y="178"/>
                  </a:lnTo>
                  <a:lnTo>
                    <a:pt x="10" y="153"/>
                  </a:lnTo>
                  <a:lnTo>
                    <a:pt x="22" y="130"/>
                  </a:lnTo>
                  <a:lnTo>
                    <a:pt x="39" y="109"/>
                  </a:lnTo>
                  <a:lnTo>
                    <a:pt x="110" y="38"/>
                  </a:lnTo>
                  <a:lnTo>
                    <a:pt x="131" y="22"/>
                  </a:lnTo>
                  <a:lnTo>
                    <a:pt x="154" y="10"/>
                  </a:lnTo>
                  <a:lnTo>
                    <a:pt x="179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0" name="Google Shape;70;p13" title="education-cen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890" y="906736"/>
            <a:ext cx="3364644" cy="3364644"/>
          </a:xfrm>
          <a:custGeom>
            <a:avLst/>
            <a:gdLst/>
            <a:ahLst/>
            <a:cxnLst/>
            <a:rect l="l" t="t" r="r" b="b"/>
            <a:pathLst>
              <a:path w="4486192" h="4486192" extrusionOk="0">
                <a:moveTo>
                  <a:pt x="2243096" y="0"/>
                </a:moveTo>
                <a:cubicBezTo>
                  <a:pt x="2287226" y="0"/>
                  <a:pt x="2331355" y="16835"/>
                  <a:pt x="2365025" y="50505"/>
                </a:cubicBezTo>
                <a:lnTo>
                  <a:pt x="4435687" y="2121167"/>
                </a:lnTo>
                <a:cubicBezTo>
                  <a:pt x="4503027" y="2188507"/>
                  <a:pt x="4503027" y="2297685"/>
                  <a:pt x="4435687" y="2365025"/>
                </a:cubicBezTo>
                <a:lnTo>
                  <a:pt x="2365025" y="4435687"/>
                </a:lnTo>
                <a:cubicBezTo>
                  <a:pt x="2297685" y="4503027"/>
                  <a:pt x="2188507" y="4503027"/>
                  <a:pt x="2121167" y="4435687"/>
                </a:cubicBezTo>
                <a:lnTo>
                  <a:pt x="50505" y="2365025"/>
                </a:lnTo>
                <a:cubicBezTo>
                  <a:pt x="-16835" y="2297685"/>
                  <a:pt x="-16835" y="2188507"/>
                  <a:pt x="50505" y="2121167"/>
                </a:cubicBezTo>
                <a:lnTo>
                  <a:pt x="2121167" y="50505"/>
                </a:lnTo>
                <a:cubicBezTo>
                  <a:pt x="2154837" y="16835"/>
                  <a:pt x="2198967" y="0"/>
                  <a:pt x="224309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3888274" y="1100626"/>
            <a:ext cx="5376900" cy="4042800"/>
          </a:xfrm>
          <a:prstGeom prst="parallelogram">
            <a:avLst>
              <a:gd name="adj" fmla="val 104167"/>
            </a:avLst>
          </a:prstGeom>
          <a:gradFill>
            <a:gsLst>
              <a:gs pos="0">
                <a:srgbClr val="980000"/>
              </a:gs>
              <a:gs pos="15000">
                <a:srgbClr val="CC0000"/>
              </a:gs>
              <a:gs pos="64000">
                <a:srgbClr val="0053A1">
                  <a:alpha val="0"/>
                </a:srgbClr>
              </a:gs>
              <a:gs pos="100000">
                <a:srgbClr val="0053A1">
                  <a:alpha val="0"/>
                </a:srgbClr>
              </a:gs>
            </a:gsLst>
            <a:lin ang="1800004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463487" y="1529413"/>
            <a:ext cx="3964800" cy="136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 dirty="0">
                <a:solidFill>
                  <a:srgbClr val="19399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Bootstrap </a:t>
            </a:r>
            <a:endParaRPr lang="en" sz="2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 Beginners</a:t>
            </a:r>
            <a:endParaRPr lang="en" sz="2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90918" y="2988239"/>
            <a:ext cx="274320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Build Responsive Websites Faster with Bootstrap 5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446349" y="4433472"/>
            <a:ext cx="24369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30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300" b="0" i="0" u="none" strike="noStrike" cap="none">
              <a:solidFill>
                <a:srgbClr val="7F7F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13" title="Untitled-1-07.png"/>
          <p:cNvPicPr preferRelativeResize="0"/>
          <p:nvPr/>
        </p:nvPicPr>
        <p:blipFill rotWithShape="1">
          <a:blip r:embed="rId4">
            <a:alphaModFix/>
          </a:blip>
          <a:srcRect l="5096" b="15895"/>
          <a:stretch/>
        </p:blipFill>
        <p:spPr>
          <a:xfrm>
            <a:off x="337150" y="155375"/>
            <a:ext cx="3364626" cy="8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-3525" y="1895025"/>
            <a:ext cx="9144000" cy="13956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pic>
        <p:nvPicPr>
          <p:cNvPr id="167" name="Google Shape;167;p18" title="Untitled-3-01.png"/>
          <p:cNvPicPr preferRelativeResize="0"/>
          <p:nvPr/>
        </p:nvPicPr>
        <p:blipFill rotWithShape="1">
          <a:blip r:embed="rId3">
            <a:alphaModFix/>
          </a:blip>
          <a:srcRect l="2123"/>
          <a:stretch/>
        </p:blipFill>
        <p:spPr>
          <a:xfrm>
            <a:off x="2954238" y="275375"/>
            <a:ext cx="2820275" cy="81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title="future-visions-business-technology-concept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t="5317" b="5317"/>
          <a:stretch/>
        </p:blipFill>
        <p:spPr>
          <a:xfrm>
            <a:off x="2098625" y="1238350"/>
            <a:ext cx="4531500" cy="2768400"/>
          </a:xfrm>
          <a:prstGeom prst="roundRect">
            <a:avLst>
              <a:gd name="adj" fmla="val 8493"/>
            </a:avLst>
          </a:prstGeom>
          <a:solidFill>
            <a:srgbClr val="7F7F7F"/>
          </a:solidFill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6649170" y="1895025"/>
            <a:ext cx="2497237" cy="1399072"/>
          </a:xfrm>
          <a:custGeom>
            <a:avLst/>
            <a:gdLst/>
            <a:ahLst/>
            <a:cxnLst/>
            <a:rect l="l" t="t" r="r" b="b"/>
            <a:pathLst>
              <a:path w="4459352" h="3633953" extrusionOk="0">
                <a:moveTo>
                  <a:pt x="4395541" y="3495709"/>
                </a:moveTo>
                <a:lnTo>
                  <a:pt x="4373957" y="3521869"/>
                </a:lnTo>
                <a:lnTo>
                  <a:pt x="4342589" y="3547750"/>
                </a:lnTo>
                <a:lnTo>
                  <a:pt x="4302494" y="3546124"/>
                </a:lnTo>
                <a:cubicBezTo>
                  <a:pt x="4276369" y="3548995"/>
                  <a:pt x="4252210" y="3555850"/>
                  <a:pt x="4229834" y="3566602"/>
                </a:cubicBezTo>
                <a:lnTo>
                  <a:pt x="4173156" y="3606724"/>
                </a:lnTo>
                <a:lnTo>
                  <a:pt x="4167795" y="3607264"/>
                </a:lnTo>
                <a:lnTo>
                  <a:pt x="4104815" y="3607264"/>
                </a:lnTo>
                <a:lnTo>
                  <a:pt x="4108284" y="3602053"/>
                </a:lnTo>
                <a:cubicBezTo>
                  <a:pt x="4141467" y="3562062"/>
                  <a:pt x="4183660" y="3530163"/>
                  <a:pt x="4239555" y="3510722"/>
                </a:cubicBezTo>
                <a:cubicBezTo>
                  <a:pt x="4285018" y="3494854"/>
                  <a:pt x="4332466" y="3496413"/>
                  <a:pt x="4379449" y="3496706"/>
                </a:cubicBezTo>
                <a:close/>
                <a:moveTo>
                  <a:pt x="1093783" y="3448548"/>
                </a:moveTo>
                <a:lnTo>
                  <a:pt x="1078538" y="3476636"/>
                </a:lnTo>
                <a:lnTo>
                  <a:pt x="1066943" y="3490690"/>
                </a:lnTo>
                <a:lnTo>
                  <a:pt x="1007696" y="3498768"/>
                </a:lnTo>
                <a:cubicBezTo>
                  <a:pt x="963140" y="3501943"/>
                  <a:pt x="918474" y="3501748"/>
                  <a:pt x="873997" y="3496687"/>
                </a:cubicBezTo>
                <a:cubicBezTo>
                  <a:pt x="762206" y="3483872"/>
                  <a:pt x="681938" y="3519837"/>
                  <a:pt x="620637" y="3591362"/>
                </a:cubicBezTo>
                <a:lnTo>
                  <a:pt x="592149" y="3633953"/>
                </a:lnTo>
                <a:lnTo>
                  <a:pt x="546325" y="3633953"/>
                </a:lnTo>
                <a:lnTo>
                  <a:pt x="576838" y="3583303"/>
                </a:lnTo>
                <a:cubicBezTo>
                  <a:pt x="638051" y="3495494"/>
                  <a:pt x="721389" y="3452593"/>
                  <a:pt x="828353" y="3457848"/>
                </a:cubicBezTo>
                <a:cubicBezTo>
                  <a:pt x="913790" y="3461951"/>
                  <a:pt x="998894" y="3461848"/>
                  <a:pt x="1083198" y="3450486"/>
                </a:cubicBezTo>
                <a:close/>
                <a:moveTo>
                  <a:pt x="4457812" y="3330986"/>
                </a:moveTo>
                <a:lnTo>
                  <a:pt x="4453847" y="3370314"/>
                </a:lnTo>
                <a:lnTo>
                  <a:pt x="4440113" y="3371635"/>
                </a:lnTo>
                <a:cubicBezTo>
                  <a:pt x="4392626" y="3373116"/>
                  <a:pt x="4345035" y="3372353"/>
                  <a:pt x="4297405" y="3371836"/>
                </a:cubicBezTo>
                <a:cubicBezTo>
                  <a:pt x="4248223" y="3371425"/>
                  <a:pt x="4199015" y="3370102"/>
                  <a:pt x="4150087" y="3374010"/>
                </a:cubicBezTo>
                <a:cubicBezTo>
                  <a:pt x="4010911" y="3385094"/>
                  <a:pt x="3912961" y="3447340"/>
                  <a:pt x="3860158" y="3555283"/>
                </a:cubicBezTo>
                <a:lnTo>
                  <a:pt x="3839798" y="3607264"/>
                </a:lnTo>
                <a:lnTo>
                  <a:pt x="3799401" y="3607264"/>
                </a:lnTo>
                <a:lnTo>
                  <a:pt x="3802752" y="3593310"/>
                </a:lnTo>
                <a:cubicBezTo>
                  <a:pt x="3851470" y="3446595"/>
                  <a:pt x="3953651" y="3363648"/>
                  <a:pt x="4105197" y="3340022"/>
                </a:cubicBezTo>
                <a:cubicBezTo>
                  <a:pt x="4184581" y="3327704"/>
                  <a:pt x="4264590" y="3332183"/>
                  <a:pt x="4344377" y="3333257"/>
                </a:cubicBezTo>
                <a:close/>
                <a:moveTo>
                  <a:pt x="1139476" y="3098377"/>
                </a:moveTo>
                <a:lnTo>
                  <a:pt x="1139476" y="3138273"/>
                </a:lnTo>
                <a:lnTo>
                  <a:pt x="1114052" y="3144135"/>
                </a:lnTo>
                <a:cubicBezTo>
                  <a:pt x="1042678" y="3155359"/>
                  <a:pt x="971103" y="3151783"/>
                  <a:pt x="899557" y="3147171"/>
                </a:cubicBezTo>
                <a:cubicBezTo>
                  <a:pt x="846386" y="3143713"/>
                  <a:pt x="793423" y="3141101"/>
                  <a:pt x="740090" y="3144471"/>
                </a:cubicBezTo>
                <a:cubicBezTo>
                  <a:pt x="610627" y="3152811"/>
                  <a:pt x="525858" y="3223110"/>
                  <a:pt x="491761" y="3343431"/>
                </a:cubicBezTo>
                <a:cubicBezTo>
                  <a:pt x="475002" y="3402562"/>
                  <a:pt x="453318" y="3458007"/>
                  <a:pt x="427307" y="3510264"/>
                </a:cubicBezTo>
                <a:lnTo>
                  <a:pt x="351591" y="3633953"/>
                </a:lnTo>
                <a:lnTo>
                  <a:pt x="304596" y="3633953"/>
                </a:lnTo>
                <a:lnTo>
                  <a:pt x="306678" y="3631416"/>
                </a:lnTo>
                <a:cubicBezTo>
                  <a:pt x="353740" y="3567163"/>
                  <a:pt x="393245" y="3497554"/>
                  <a:pt x="422867" y="3420930"/>
                </a:cubicBezTo>
                <a:cubicBezTo>
                  <a:pt x="436548" y="3385547"/>
                  <a:pt x="445856" y="3348589"/>
                  <a:pt x="459478" y="3313329"/>
                </a:cubicBezTo>
                <a:cubicBezTo>
                  <a:pt x="509440" y="3183697"/>
                  <a:pt x="602846" y="3112893"/>
                  <a:pt x="742867" y="3105090"/>
                </a:cubicBezTo>
                <a:cubicBezTo>
                  <a:pt x="819873" y="3100826"/>
                  <a:pt x="896265" y="3108582"/>
                  <a:pt x="972948" y="3111820"/>
                </a:cubicBezTo>
                <a:cubicBezTo>
                  <a:pt x="1021494" y="3113925"/>
                  <a:pt x="1070075" y="3113767"/>
                  <a:pt x="1117427" y="3104367"/>
                </a:cubicBezTo>
                <a:close/>
                <a:moveTo>
                  <a:pt x="4459352" y="2833848"/>
                </a:moveTo>
                <a:lnTo>
                  <a:pt x="4459352" y="2880420"/>
                </a:lnTo>
                <a:lnTo>
                  <a:pt x="4452128" y="2884611"/>
                </a:lnTo>
                <a:cubicBezTo>
                  <a:pt x="4420367" y="2898744"/>
                  <a:pt x="4386378" y="2909906"/>
                  <a:pt x="4350177" y="2918168"/>
                </a:cubicBezTo>
                <a:cubicBezTo>
                  <a:pt x="4279073" y="2934319"/>
                  <a:pt x="4206639" y="2940701"/>
                  <a:pt x="4134441" y="2948843"/>
                </a:cubicBezTo>
                <a:cubicBezTo>
                  <a:pt x="4088593" y="2953877"/>
                  <a:pt x="4042951" y="2959758"/>
                  <a:pt x="3997791" y="2969462"/>
                </a:cubicBezTo>
                <a:cubicBezTo>
                  <a:pt x="3819520" y="3008026"/>
                  <a:pt x="3721588" y="3110648"/>
                  <a:pt x="3692565" y="3290342"/>
                </a:cubicBezTo>
                <a:cubicBezTo>
                  <a:pt x="3675779" y="3394668"/>
                  <a:pt x="3670109" y="3499936"/>
                  <a:pt x="3670051" y="3605404"/>
                </a:cubicBezTo>
                <a:lnTo>
                  <a:pt x="3669966" y="3607264"/>
                </a:lnTo>
                <a:lnTo>
                  <a:pt x="3602029" y="3607264"/>
                </a:lnTo>
                <a:lnTo>
                  <a:pt x="3606586" y="3596261"/>
                </a:lnTo>
                <a:cubicBezTo>
                  <a:pt x="3621952" y="3550168"/>
                  <a:pt x="3631499" y="3500031"/>
                  <a:pt x="3635030" y="3445730"/>
                </a:cubicBezTo>
                <a:cubicBezTo>
                  <a:pt x="3640194" y="3366188"/>
                  <a:pt x="3647250" y="3286770"/>
                  <a:pt x="3670397" y="3209549"/>
                </a:cubicBezTo>
                <a:cubicBezTo>
                  <a:pt x="3710835" y="3075207"/>
                  <a:pt x="3798221" y="2988561"/>
                  <a:pt x="3931185" y="2946728"/>
                </a:cubicBezTo>
                <a:cubicBezTo>
                  <a:pt x="4004999" y="2923427"/>
                  <a:pt x="4081410" y="2915586"/>
                  <a:pt x="4157736" y="2906955"/>
                </a:cubicBezTo>
                <a:cubicBezTo>
                  <a:pt x="4207523" y="2901193"/>
                  <a:pt x="4257292" y="2894823"/>
                  <a:pt x="4306833" y="2886997"/>
                </a:cubicBezTo>
                <a:cubicBezTo>
                  <a:pt x="4347598" y="2880547"/>
                  <a:pt x="4385418" y="2870145"/>
                  <a:pt x="4420361" y="2855870"/>
                </a:cubicBezTo>
                <a:close/>
                <a:moveTo>
                  <a:pt x="1139476" y="2538294"/>
                </a:moveTo>
                <a:lnTo>
                  <a:pt x="1139476" y="2582280"/>
                </a:lnTo>
                <a:lnTo>
                  <a:pt x="1135743" y="2584073"/>
                </a:lnTo>
                <a:cubicBezTo>
                  <a:pt x="1109843" y="2592976"/>
                  <a:pt x="1082195" y="2599215"/>
                  <a:pt x="1052816" y="2602870"/>
                </a:cubicBezTo>
                <a:cubicBezTo>
                  <a:pt x="961098" y="2614279"/>
                  <a:pt x="868798" y="2610412"/>
                  <a:pt x="776794" y="2614337"/>
                </a:cubicBezTo>
                <a:cubicBezTo>
                  <a:pt x="712050" y="2617074"/>
                  <a:pt x="648175" y="2624418"/>
                  <a:pt x="585564" y="2641348"/>
                </a:cubicBezTo>
                <a:cubicBezTo>
                  <a:pt x="424320" y="2684946"/>
                  <a:pt x="334198" y="2794035"/>
                  <a:pt x="322503" y="2960291"/>
                </a:cubicBezTo>
                <a:cubicBezTo>
                  <a:pt x="318313" y="3019576"/>
                  <a:pt x="320164" y="3079108"/>
                  <a:pt x="311639" y="3138038"/>
                </a:cubicBezTo>
                <a:cubicBezTo>
                  <a:pt x="287031" y="3308521"/>
                  <a:pt x="223146" y="3461420"/>
                  <a:pt x="105496" y="3589126"/>
                </a:cubicBezTo>
                <a:lnTo>
                  <a:pt x="59427" y="3633953"/>
                </a:lnTo>
                <a:lnTo>
                  <a:pt x="0" y="3633953"/>
                </a:lnTo>
                <a:lnTo>
                  <a:pt x="59511" y="3579834"/>
                </a:lnTo>
                <a:cubicBezTo>
                  <a:pt x="201405" y="3433749"/>
                  <a:pt x="273901" y="3248719"/>
                  <a:pt x="279643" y="3026284"/>
                </a:cubicBezTo>
                <a:cubicBezTo>
                  <a:pt x="281178" y="2967870"/>
                  <a:pt x="282959" y="2909570"/>
                  <a:pt x="300515" y="2853172"/>
                </a:cubicBezTo>
                <a:cubicBezTo>
                  <a:pt x="345416" y="2709191"/>
                  <a:pt x="451315" y="2634417"/>
                  <a:pt x="590987" y="2598841"/>
                </a:cubicBezTo>
                <a:cubicBezTo>
                  <a:pt x="695287" y="2572248"/>
                  <a:pt x="802151" y="2574154"/>
                  <a:pt x="908580" y="2571807"/>
                </a:cubicBezTo>
                <a:cubicBezTo>
                  <a:pt x="949498" y="2570942"/>
                  <a:pt x="990445" y="2569041"/>
                  <a:pt x="1031231" y="2565866"/>
                </a:cubicBezTo>
                <a:cubicBezTo>
                  <a:pt x="1062884" y="2563376"/>
                  <a:pt x="1092276" y="2557504"/>
                  <a:pt x="1119419" y="2548328"/>
                </a:cubicBezTo>
                <a:close/>
                <a:moveTo>
                  <a:pt x="4459352" y="2485083"/>
                </a:moveTo>
                <a:lnTo>
                  <a:pt x="4459352" y="2539842"/>
                </a:lnTo>
                <a:lnTo>
                  <a:pt x="4425791" y="2568105"/>
                </a:lnTo>
                <a:cubicBezTo>
                  <a:pt x="4362873" y="2613940"/>
                  <a:pt x="4288453" y="2648273"/>
                  <a:pt x="4203932" y="2672337"/>
                </a:cubicBezTo>
                <a:cubicBezTo>
                  <a:pt x="4094405" y="2703412"/>
                  <a:pt x="3980688" y="2714691"/>
                  <a:pt x="3870045" y="2741048"/>
                </a:cubicBezTo>
                <a:cubicBezTo>
                  <a:pt x="3716389" y="2777653"/>
                  <a:pt x="3607425" y="2863912"/>
                  <a:pt x="3552566" y="3015139"/>
                </a:cubicBezTo>
                <a:cubicBezTo>
                  <a:pt x="3533386" y="3068234"/>
                  <a:pt x="3516166" y="3121637"/>
                  <a:pt x="3500552" y="3175783"/>
                </a:cubicBezTo>
                <a:cubicBezTo>
                  <a:pt x="3462206" y="3308844"/>
                  <a:pt x="3421268" y="3440703"/>
                  <a:pt x="3344680" y="3558157"/>
                </a:cubicBezTo>
                <a:lnTo>
                  <a:pt x="3306067" y="3607264"/>
                </a:lnTo>
                <a:lnTo>
                  <a:pt x="3256082" y="3607264"/>
                </a:lnTo>
                <a:lnTo>
                  <a:pt x="3256216" y="3607145"/>
                </a:lnTo>
                <a:cubicBezTo>
                  <a:pt x="3316499" y="3539371"/>
                  <a:pt x="3361889" y="3457780"/>
                  <a:pt x="3396294" y="3365963"/>
                </a:cubicBezTo>
                <a:cubicBezTo>
                  <a:pt x="3434364" y="3264290"/>
                  <a:pt x="3460436" y="3158712"/>
                  <a:pt x="3495120" y="3055920"/>
                </a:cubicBezTo>
                <a:cubicBezTo>
                  <a:pt x="3514076" y="2999419"/>
                  <a:pt x="3536920" y="2944568"/>
                  <a:pt x="3568727" y="2894016"/>
                </a:cubicBezTo>
                <a:cubicBezTo>
                  <a:pt x="3634496" y="2789559"/>
                  <a:pt x="3734890" y="2736398"/>
                  <a:pt x="3850293" y="2706242"/>
                </a:cubicBezTo>
                <a:cubicBezTo>
                  <a:pt x="3961407" y="2677252"/>
                  <a:pt x="4076093" y="2665823"/>
                  <a:pt x="4187064" y="2636166"/>
                </a:cubicBezTo>
                <a:cubicBezTo>
                  <a:pt x="4259504" y="2616807"/>
                  <a:pt x="4325641" y="2588452"/>
                  <a:pt x="4383799" y="2548769"/>
                </a:cubicBezTo>
                <a:close/>
                <a:moveTo>
                  <a:pt x="4188344" y="2480092"/>
                </a:moveTo>
                <a:cubicBezTo>
                  <a:pt x="4188049" y="2480406"/>
                  <a:pt x="4187506" y="2480605"/>
                  <a:pt x="4187145" y="2480737"/>
                </a:cubicBezTo>
                <a:cubicBezTo>
                  <a:pt x="4187839" y="2481509"/>
                  <a:pt x="4188408" y="2482223"/>
                  <a:pt x="4189159" y="2482870"/>
                </a:cubicBezTo>
                <a:cubicBezTo>
                  <a:pt x="4188884" y="2481843"/>
                  <a:pt x="4188552" y="2480938"/>
                  <a:pt x="4188344" y="2480092"/>
                </a:cubicBezTo>
                <a:close/>
                <a:moveTo>
                  <a:pt x="4459352" y="2199617"/>
                </a:moveTo>
                <a:lnTo>
                  <a:pt x="4459352" y="2301753"/>
                </a:lnTo>
                <a:lnTo>
                  <a:pt x="4455307" y="2310449"/>
                </a:lnTo>
                <a:cubicBezTo>
                  <a:pt x="4436434" y="2340071"/>
                  <a:pt x="4413203" y="2366831"/>
                  <a:pt x="4384253" y="2389819"/>
                </a:cubicBezTo>
                <a:cubicBezTo>
                  <a:pt x="4355732" y="2419982"/>
                  <a:pt x="4319559" y="2438799"/>
                  <a:pt x="4282456" y="2455086"/>
                </a:cubicBezTo>
                <a:cubicBezTo>
                  <a:pt x="4238798" y="2474188"/>
                  <a:pt x="4195421" y="2494623"/>
                  <a:pt x="4148322" y="2504631"/>
                </a:cubicBezTo>
                <a:cubicBezTo>
                  <a:pt x="4082514" y="2528786"/>
                  <a:pt x="4014190" y="2544123"/>
                  <a:pt x="3946129" y="2560182"/>
                </a:cubicBezTo>
                <a:cubicBezTo>
                  <a:pt x="3885281" y="2581081"/>
                  <a:pt x="3822416" y="2595644"/>
                  <a:pt x="3762648" y="2620045"/>
                </a:cubicBezTo>
                <a:cubicBezTo>
                  <a:pt x="3558188" y="2703508"/>
                  <a:pt x="3430835" y="2848932"/>
                  <a:pt x="3397977" y="3071270"/>
                </a:cubicBezTo>
                <a:cubicBezTo>
                  <a:pt x="3384095" y="3164783"/>
                  <a:pt x="3337757" y="3244772"/>
                  <a:pt x="3289547" y="3323294"/>
                </a:cubicBezTo>
                <a:cubicBezTo>
                  <a:pt x="3227425" y="3424413"/>
                  <a:pt x="3155577" y="3516639"/>
                  <a:pt x="3065467" y="3591335"/>
                </a:cubicBezTo>
                <a:lnTo>
                  <a:pt x="3043035" y="3607264"/>
                </a:lnTo>
                <a:lnTo>
                  <a:pt x="2974262" y="3607264"/>
                </a:lnTo>
                <a:lnTo>
                  <a:pt x="2994394" y="3594960"/>
                </a:lnTo>
                <a:cubicBezTo>
                  <a:pt x="3112544" y="3511496"/>
                  <a:pt x="3201120" y="3392219"/>
                  <a:pt x="3279379" y="3260663"/>
                </a:cubicBezTo>
                <a:cubicBezTo>
                  <a:pt x="3323169" y="3187147"/>
                  <a:pt x="3351699" y="3108668"/>
                  <a:pt x="3365754" y="3022887"/>
                </a:cubicBezTo>
                <a:cubicBezTo>
                  <a:pt x="3389572" y="2876798"/>
                  <a:pt x="3469153" y="2761629"/>
                  <a:pt x="3585463" y="2672469"/>
                </a:cubicBezTo>
                <a:cubicBezTo>
                  <a:pt x="3688437" y="2593640"/>
                  <a:pt x="3809196" y="2555160"/>
                  <a:pt x="3933396" y="2525775"/>
                </a:cubicBezTo>
                <a:cubicBezTo>
                  <a:pt x="3978142" y="2512427"/>
                  <a:pt x="4022830" y="2499203"/>
                  <a:pt x="4067577" y="2485855"/>
                </a:cubicBezTo>
                <a:cubicBezTo>
                  <a:pt x="4070904" y="2478993"/>
                  <a:pt x="4081371" y="2482638"/>
                  <a:pt x="4086360" y="2478345"/>
                </a:cubicBezTo>
                <a:cubicBezTo>
                  <a:pt x="4074735" y="2480766"/>
                  <a:pt x="4064454" y="2473154"/>
                  <a:pt x="4053279" y="2472332"/>
                </a:cubicBezTo>
                <a:lnTo>
                  <a:pt x="4053403" y="2472390"/>
                </a:lnTo>
                <a:cubicBezTo>
                  <a:pt x="4033811" y="2471273"/>
                  <a:pt x="4014605" y="2466733"/>
                  <a:pt x="3995021" y="2465920"/>
                </a:cubicBezTo>
                <a:cubicBezTo>
                  <a:pt x="3880509" y="2450719"/>
                  <a:pt x="3765127" y="2439017"/>
                  <a:pt x="3658526" y="2496507"/>
                </a:cubicBezTo>
                <a:cubicBezTo>
                  <a:pt x="3529143" y="2566260"/>
                  <a:pt x="3426085" y="2666658"/>
                  <a:pt x="3344633" y="2788465"/>
                </a:cubicBezTo>
                <a:cubicBezTo>
                  <a:pt x="3270583" y="2899141"/>
                  <a:pt x="3229853" y="3021793"/>
                  <a:pt x="3211778" y="3154183"/>
                </a:cubicBezTo>
                <a:cubicBezTo>
                  <a:pt x="3190363" y="3311289"/>
                  <a:pt x="3087953" y="3412887"/>
                  <a:pt x="2958046" y="3489600"/>
                </a:cubicBezTo>
                <a:cubicBezTo>
                  <a:pt x="2826465" y="3567339"/>
                  <a:pt x="2680206" y="3582459"/>
                  <a:pt x="2531124" y="3580665"/>
                </a:cubicBezTo>
                <a:cubicBezTo>
                  <a:pt x="2462494" y="3579803"/>
                  <a:pt x="2393988" y="3579000"/>
                  <a:pt x="2325980" y="3590732"/>
                </a:cubicBezTo>
                <a:lnTo>
                  <a:pt x="2265528" y="3607264"/>
                </a:lnTo>
                <a:lnTo>
                  <a:pt x="2159150" y="3607264"/>
                </a:lnTo>
                <a:lnTo>
                  <a:pt x="2211251" y="3582034"/>
                </a:lnTo>
                <a:cubicBezTo>
                  <a:pt x="2273594" y="3558188"/>
                  <a:pt x="2340020" y="3545011"/>
                  <a:pt x="2410552" y="3542251"/>
                </a:cubicBezTo>
                <a:cubicBezTo>
                  <a:pt x="2513827" y="3538293"/>
                  <a:pt x="2617476" y="3546814"/>
                  <a:pt x="2720177" y="3529834"/>
                </a:cubicBezTo>
                <a:cubicBezTo>
                  <a:pt x="2882722" y="3503198"/>
                  <a:pt x="3018842" y="3432512"/>
                  <a:pt x="3114610" y="3294374"/>
                </a:cubicBezTo>
                <a:cubicBezTo>
                  <a:pt x="3148421" y="3245652"/>
                  <a:pt x="3167869" y="3191329"/>
                  <a:pt x="3175415" y="3132246"/>
                </a:cubicBezTo>
                <a:cubicBezTo>
                  <a:pt x="3211365" y="2852666"/>
                  <a:pt x="3361759" y="2646780"/>
                  <a:pt x="3589000" y="2490129"/>
                </a:cubicBezTo>
                <a:cubicBezTo>
                  <a:pt x="3680445" y="2427123"/>
                  <a:pt x="3782471" y="2409981"/>
                  <a:pt x="3890234" y="2415454"/>
                </a:cubicBezTo>
                <a:cubicBezTo>
                  <a:pt x="3919829" y="2417001"/>
                  <a:pt x="3949405" y="2419890"/>
                  <a:pt x="3978876" y="2423330"/>
                </a:cubicBezTo>
                <a:cubicBezTo>
                  <a:pt x="4049609" y="2431317"/>
                  <a:pt x="4120200" y="2438639"/>
                  <a:pt x="4191556" y="2434909"/>
                </a:cubicBezTo>
                <a:cubicBezTo>
                  <a:pt x="4242228" y="2428207"/>
                  <a:pt x="4288787" y="2410296"/>
                  <a:pt x="4331638" y="2382565"/>
                </a:cubicBezTo>
                <a:cubicBezTo>
                  <a:pt x="4385032" y="2342759"/>
                  <a:pt x="4421126" y="2294455"/>
                  <a:pt x="4445607" y="2240362"/>
                </a:cubicBezTo>
                <a:close/>
                <a:moveTo>
                  <a:pt x="4459352" y="1491993"/>
                </a:moveTo>
                <a:lnTo>
                  <a:pt x="4459352" y="1584830"/>
                </a:lnTo>
                <a:lnTo>
                  <a:pt x="4455129" y="1595140"/>
                </a:lnTo>
                <a:cubicBezTo>
                  <a:pt x="4447807" y="1622325"/>
                  <a:pt x="4443600" y="1651225"/>
                  <a:pt x="4442539" y="1681796"/>
                </a:cubicBezTo>
                <a:cubicBezTo>
                  <a:pt x="4440339" y="1748456"/>
                  <a:pt x="4437085" y="1814477"/>
                  <a:pt x="4415371" y="1878556"/>
                </a:cubicBezTo>
                <a:cubicBezTo>
                  <a:pt x="4371047" y="2009298"/>
                  <a:pt x="4290500" y="2104511"/>
                  <a:pt x="4157062" y="2150928"/>
                </a:cubicBezTo>
                <a:cubicBezTo>
                  <a:pt x="4038041" y="2192464"/>
                  <a:pt x="3914965" y="2220718"/>
                  <a:pt x="3795659" y="2260922"/>
                </a:cubicBezTo>
                <a:cubicBezTo>
                  <a:pt x="3651082" y="2309684"/>
                  <a:pt x="3514439" y="2373074"/>
                  <a:pt x="3394961" y="2470373"/>
                </a:cubicBezTo>
                <a:cubicBezTo>
                  <a:pt x="3258652" y="2581337"/>
                  <a:pt x="3165904" y="2722674"/>
                  <a:pt x="3103339" y="2885036"/>
                </a:cubicBezTo>
                <a:cubicBezTo>
                  <a:pt x="3066770" y="2979904"/>
                  <a:pt x="3028265" y="3073123"/>
                  <a:pt x="2962298" y="3152727"/>
                </a:cubicBezTo>
                <a:cubicBezTo>
                  <a:pt x="2861880" y="3274006"/>
                  <a:pt x="2733720" y="3329768"/>
                  <a:pt x="2577054" y="3322963"/>
                </a:cubicBezTo>
                <a:cubicBezTo>
                  <a:pt x="2485545" y="3319013"/>
                  <a:pt x="2396958" y="3296756"/>
                  <a:pt x="2307192" y="3281908"/>
                </a:cubicBezTo>
                <a:cubicBezTo>
                  <a:pt x="2273938" y="3276267"/>
                  <a:pt x="2240352" y="3271671"/>
                  <a:pt x="2206722" y="3269757"/>
                </a:cubicBezTo>
                <a:cubicBezTo>
                  <a:pt x="2038038" y="3260388"/>
                  <a:pt x="1919809" y="3338457"/>
                  <a:pt x="1859684" y="3496848"/>
                </a:cubicBezTo>
                <a:cubicBezTo>
                  <a:pt x="1849804" y="3522886"/>
                  <a:pt x="1842347" y="3549446"/>
                  <a:pt x="1836523" y="3576369"/>
                </a:cubicBezTo>
                <a:lnTo>
                  <a:pt x="1831470" y="3607264"/>
                </a:lnTo>
                <a:lnTo>
                  <a:pt x="1791643" y="3607264"/>
                </a:lnTo>
                <a:lnTo>
                  <a:pt x="1810490" y="3513726"/>
                </a:lnTo>
                <a:cubicBezTo>
                  <a:pt x="1823939" y="3473171"/>
                  <a:pt x="1842387" y="3434217"/>
                  <a:pt x="1865890" y="3397228"/>
                </a:cubicBezTo>
                <a:cubicBezTo>
                  <a:pt x="1945130" y="3272748"/>
                  <a:pt x="2060939" y="3221620"/>
                  <a:pt x="2205648" y="3229944"/>
                </a:cubicBezTo>
                <a:cubicBezTo>
                  <a:pt x="2303176" y="3235479"/>
                  <a:pt x="2397531" y="3261158"/>
                  <a:pt x="2493613" y="3275328"/>
                </a:cubicBezTo>
                <a:cubicBezTo>
                  <a:pt x="2571152" y="3286767"/>
                  <a:pt x="2648692" y="3290102"/>
                  <a:pt x="2725043" y="3268126"/>
                </a:cubicBezTo>
                <a:cubicBezTo>
                  <a:pt x="2848147" y="3232683"/>
                  <a:pt x="2928673" y="3146915"/>
                  <a:pt x="2990840" y="3040189"/>
                </a:cubicBezTo>
                <a:cubicBezTo>
                  <a:pt x="3017783" y="2993989"/>
                  <a:pt x="3038356" y="2944689"/>
                  <a:pt x="3056163" y="2894559"/>
                </a:cubicBezTo>
                <a:cubicBezTo>
                  <a:pt x="3175888" y="2556225"/>
                  <a:pt x="3418142" y="2347698"/>
                  <a:pt x="3751161" y="2233867"/>
                </a:cubicBezTo>
                <a:cubicBezTo>
                  <a:pt x="3858811" y="2197121"/>
                  <a:pt x="3968764" y="2168043"/>
                  <a:pt x="4077910" y="2136492"/>
                </a:cubicBezTo>
                <a:cubicBezTo>
                  <a:pt x="4184100" y="2105822"/>
                  <a:pt x="4278161" y="2058882"/>
                  <a:pt x="4335557" y="1957602"/>
                </a:cubicBezTo>
                <a:cubicBezTo>
                  <a:pt x="4378427" y="1881860"/>
                  <a:pt x="4400987" y="1801366"/>
                  <a:pt x="4400377" y="1714197"/>
                </a:cubicBezTo>
                <a:cubicBezTo>
                  <a:pt x="4399823" y="1651215"/>
                  <a:pt x="4408447" y="1589480"/>
                  <a:pt x="4435470" y="1531762"/>
                </a:cubicBezTo>
                <a:close/>
                <a:moveTo>
                  <a:pt x="4459352" y="670573"/>
                </a:moveTo>
                <a:lnTo>
                  <a:pt x="4459352" y="710470"/>
                </a:lnTo>
                <a:lnTo>
                  <a:pt x="4380527" y="728216"/>
                </a:lnTo>
                <a:cubicBezTo>
                  <a:pt x="4322424" y="750724"/>
                  <a:pt x="4271759" y="791118"/>
                  <a:pt x="4230399" y="853226"/>
                </a:cubicBezTo>
                <a:cubicBezTo>
                  <a:pt x="4189943" y="914031"/>
                  <a:pt x="4170451" y="983037"/>
                  <a:pt x="4160417" y="1054623"/>
                </a:cubicBezTo>
                <a:cubicBezTo>
                  <a:pt x="4146557" y="1152951"/>
                  <a:pt x="4131527" y="1250885"/>
                  <a:pt x="4093193" y="1343734"/>
                </a:cubicBezTo>
                <a:cubicBezTo>
                  <a:pt x="4054639" y="1437380"/>
                  <a:pt x="4002979" y="1522708"/>
                  <a:pt x="3935988" y="1598689"/>
                </a:cubicBezTo>
                <a:cubicBezTo>
                  <a:pt x="3811075" y="1740140"/>
                  <a:pt x="3654761" y="1805826"/>
                  <a:pt x="3466144" y="1794134"/>
                </a:cubicBezTo>
                <a:cubicBezTo>
                  <a:pt x="3400770" y="1790127"/>
                  <a:pt x="3335381" y="1783564"/>
                  <a:pt x="3270003" y="1783458"/>
                </a:cubicBezTo>
                <a:cubicBezTo>
                  <a:pt x="3113234" y="1783358"/>
                  <a:pt x="3024678" y="1855355"/>
                  <a:pt x="2988145" y="2008162"/>
                </a:cubicBezTo>
                <a:cubicBezTo>
                  <a:pt x="2973254" y="2070146"/>
                  <a:pt x="2968518" y="2133532"/>
                  <a:pt x="2962251" y="2196658"/>
                </a:cubicBezTo>
                <a:cubicBezTo>
                  <a:pt x="2952154" y="2298527"/>
                  <a:pt x="2932785" y="2398055"/>
                  <a:pt x="2868887" y="2481618"/>
                </a:cubicBezTo>
                <a:cubicBezTo>
                  <a:pt x="2769991" y="2610954"/>
                  <a:pt x="2636076" y="2659702"/>
                  <a:pt x="2476709" y="2644143"/>
                </a:cubicBezTo>
                <a:cubicBezTo>
                  <a:pt x="2322355" y="2629104"/>
                  <a:pt x="2171392" y="2641745"/>
                  <a:pt x="2027458" y="2701760"/>
                </a:cubicBezTo>
                <a:cubicBezTo>
                  <a:pt x="1883285" y="2761965"/>
                  <a:pt x="1807026" y="2890377"/>
                  <a:pt x="1806447" y="3051425"/>
                </a:cubicBezTo>
                <a:cubicBezTo>
                  <a:pt x="1810064" y="3048148"/>
                  <a:pt x="1813719" y="3046089"/>
                  <a:pt x="1815939" y="3042915"/>
                </a:cubicBezTo>
                <a:cubicBezTo>
                  <a:pt x="1890504" y="2939228"/>
                  <a:pt x="1995809" y="2899446"/>
                  <a:pt x="2119027" y="2896169"/>
                </a:cubicBezTo>
                <a:cubicBezTo>
                  <a:pt x="2220512" y="2893483"/>
                  <a:pt x="2321265" y="2906966"/>
                  <a:pt x="2422660" y="2907389"/>
                </a:cubicBezTo>
                <a:cubicBezTo>
                  <a:pt x="2503827" y="2907752"/>
                  <a:pt x="2584457" y="2902464"/>
                  <a:pt x="2662419" y="2877334"/>
                </a:cubicBezTo>
                <a:cubicBezTo>
                  <a:pt x="2789621" y="2836284"/>
                  <a:pt x="2868929" y="2742447"/>
                  <a:pt x="2933479" y="2631873"/>
                </a:cubicBezTo>
                <a:cubicBezTo>
                  <a:pt x="2977404" y="2556770"/>
                  <a:pt x="3013392" y="2477092"/>
                  <a:pt x="3063143" y="2405286"/>
                </a:cubicBezTo>
                <a:cubicBezTo>
                  <a:pt x="3150671" y="2278789"/>
                  <a:pt x="3277289" y="2216309"/>
                  <a:pt x="3423243" y="2184992"/>
                </a:cubicBezTo>
                <a:cubicBezTo>
                  <a:pt x="3529364" y="2162244"/>
                  <a:pt x="3637500" y="2149732"/>
                  <a:pt x="3742969" y="2123531"/>
                </a:cubicBezTo>
                <a:cubicBezTo>
                  <a:pt x="3813722" y="2105867"/>
                  <a:pt x="3882951" y="2084046"/>
                  <a:pt x="3948121" y="2050891"/>
                </a:cubicBezTo>
                <a:cubicBezTo>
                  <a:pt x="4105823" y="1970540"/>
                  <a:pt x="4196793" y="1843087"/>
                  <a:pt x="4221056" y="1667192"/>
                </a:cubicBezTo>
                <a:cubicBezTo>
                  <a:pt x="4235771" y="1560857"/>
                  <a:pt x="4237145" y="1452549"/>
                  <a:pt x="4261713" y="1347624"/>
                </a:cubicBezTo>
                <a:cubicBezTo>
                  <a:pt x="4286297" y="1242745"/>
                  <a:pt x="4331738" y="1152253"/>
                  <a:pt x="4409206" y="1085933"/>
                </a:cubicBezTo>
                <a:lnTo>
                  <a:pt x="4459352" y="1053148"/>
                </a:lnTo>
                <a:lnTo>
                  <a:pt x="4459352" y="1098248"/>
                </a:lnTo>
                <a:lnTo>
                  <a:pt x="4434527" y="1116095"/>
                </a:lnTo>
                <a:cubicBezTo>
                  <a:pt x="4386176" y="1158193"/>
                  <a:pt x="4347818" y="1215123"/>
                  <a:pt x="4322876" y="1284553"/>
                </a:cubicBezTo>
                <a:cubicBezTo>
                  <a:pt x="4294031" y="1364686"/>
                  <a:pt x="4285496" y="1447622"/>
                  <a:pt x="4277959" y="1531318"/>
                </a:cubicBezTo>
                <a:cubicBezTo>
                  <a:pt x="4270788" y="1610984"/>
                  <a:pt x="4262390" y="1690381"/>
                  <a:pt x="4240158" y="1767573"/>
                </a:cubicBezTo>
                <a:cubicBezTo>
                  <a:pt x="4190629" y="1940025"/>
                  <a:pt x="4070353" y="2045207"/>
                  <a:pt x="3910604" y="2112156"/>
                </a:cubicBezTo>
                <a:cubicBezTo>
                  <a:pt x="3777031" y="2168263"/>
                  <a:pt x="3634222" y="2186631"/>
                  <a:pt x="3493267" y="2212010"/>
                </a:cubicBezTo>
                <a:cubicBezTo>
                  <a:pt x="3417459" y="2225683"/>
                  <a:pt x="3342937" y="2243703"/>
                  <a:pt x="3272765" y="2276642"/>
                </a:cubicBezTo>
                <a:cubicBezTo>
                  <a:pt x="3163480" y="2327937"/>
                  <a:pt x="3094848" y="2418163"/>
                  <a:pt x="3039324" y="2520910"/>
                </a:cubicBezTo>
                <a:cubicBezTo>
                  <a:pt x="2999844" y="2593869"/>
                  <a:pt x="2962216" y="2667688"/>
                  <a:pt x="2913620" y="2735376"/>
                </a:cubicBezTo>
                <a:cubicBezTo>
                  <a:pt x="2823688" y="2860909"/>
                  <a:pt x="2699684" y="2925199"/>
                  <a:pt x="2548089" y="2941150"/>
                </a:cubicBezTo>
                <a:cubicBezTo>
                  <a:pt x="2442713" y="2952238"/>
                  <a:pt x="2337569" y="2944676"/>
                  <a:pt x="2232347" y="2938579"/>
                </a:cubicBezTo>
                <a:cubicBezTo>
                  <a:pt x="2199328" y="2936647"/>
                  <a:pt x="2166211" y="2935571"/>
                  <a:pt x="2133265" y="2936074"/>
                </a:cubicBezTo>
                <a:cubicBezTo>
                  <a:pt x="1946543" y="2938763"/>
                  <a:pt x="1834386" y="3022193"/>
                  <a:pt x="1783164" y="3203164"/>
                </a:cubicBezTo>
                <a:cubicBezTo>
                  <a:pt x="1750728" y="3317950"/>
                  <a:pt x="1698601" y="3420170"/>
                  <a:pt x="1617950" y="3507832"/>
                </a:cubicBezTo>
                <a:lnTo>
                  <a:pt x="1525477" y="3589635"/>
                </a:lnTo>
                <a:lnTo>
                  <a:pt x="1508459" y="3584352"/>
                </a:lnTo>
                <a:lnTo>
                  <a:pt x="1480389" y="3569116"/>
                </a:lnTo>
                <a:lnTo>
                  <a:pt x="1578031" y="3491564"/>
                </a:lnTo>
                <a:cubicBezTo>
                  <a:pt x="1674435" y="3396301"/>
                  <a:pt x="1732165" y="3276043"/>
                  <a:pt x="1753078" y="3132661"/>
                </a:cubicBezTo>
                <a:cubicBezTo>
                  <a:pt x="1758899" y="3093189"/>
                  <a:pt x="1762027" y="3053370"/>
                  <a:pt x="1766744" y="3013686"/>
                </a:cubicBezTo>
                <a:cubicBezTo>
                  <a:pt x="1790341" y="2813622"/>
                  <a:pt x="1894745" y="2691188"/>
                  <a:pt x="2089450" y="2637872"/>
                </a:cubicBezTo>
                <a:cubicBezTo>
                  <a:pt x="2216053" y="2603298"/>
                  <a:pt x="2344960" y="2590648"/>
                  <a:pt x="2475843" y="2605176"/>
                </a:cubicBezTo>
                <a:cubicBezTo>
                  <a:pt x="2616139" y="2620758"/>
                  <a:pt x="2735008" y="2580202"/>
                  <a:pt x="2826691" y="2470336"/>
                </a:cubicBezTo>
                <a:cubicBezTo>
                  <a:pt x="2886085" y="2399094"/>
                  <a:pt x="2908120" y="2313255"/>
                  <a:pt x="2918336" y="2223445"/>
                </a:cubicBezTo>
                <a:cubicBezTo>
                  <a:pt x="2927439" y="2143173"/>
                  <a:pt x="2931282" y="2062269"/>
                  <a:pt x="2952555" y="1983581"/>
                </a:cubicBezTo>
                <a:cubicBezTo>
                  <a:pt x="2994388" y="1828726"/>
                  <a:pt x="3093691" y="1749398"/>
                  <a:pt x="3253947" y="1743912"/>
                </a:cubicBezTo>
                <a:cubicBezTo>
                  <a:pt x="3303244" y="1742124"/>
                  <a:pt x="3352442" y="1745092"/>
                  <a:pt x="3401006" y="1751371"/>
                </a:cubicBezTo>
                <a:cubicBezTo>
                  <a:pt x="3691294" y="1788827"/>
                  <a:pt x="3885448" y="1654372"/>
                  <a:pt x="4018940" y="1409148"/>
                </a:cubicBezTo>
                <a:cubicBezTo>
                  <a:pt x="4078294" y="1300070"/>
                  <a:pt x="4103248" y="1181670"/>
                  <a:pt x="4118905" y="1060014"/>
                </a:cubicBezTo>
                <a:cubicBezTo>
                  <a:pt x="4130385" y="969745"/>
                  <a:pt x="4154275" y="882812"/>
                  <a:pt x="4211230" y="809388"/>
                </a:cubicBezTo>
                <a:cubicBezTo>
                  <a:pt x="4272597" y="730319"/>
                  <a:pt x="4349772" y="685661"/>
                  <a:pt x="4440036" y="671437"/>
                </a:cubicBezTo>
                <a:close/>
                <a:moveTo>
                  <a:pt x="4459352" y="526157"/>
                </a:moveTo>
                <a:lnTo>
                  <a:pt x="4459352" y="566143"/>
                </a:lnTo>
                <a:lnTo>
                  <a:pt x="4444335" y="568113"/>
                </a:lnTo>
                <a:cubicBezTo>
                  <a:pt x="4384718" y="577280"/>
                  <a:pt x="4325186" y="587234"/>
                  <a:pt x="4267101" y="604760"/>
                </a:cubicBezTo>
                <a:cubicBezTo>
                  <a:pt x="4079926" y="661261"/>
                  <a:pt x="3988891" y="778481"/>
                  <a:pt x="3980784" y="974909"/>
                </a:cubicBezTo>
                <a:cubicBezTo>
                  <a:pt x="3978208" y="1037192"/>
                  <a:pt x="3981005" y="1099864"/>
                  <a:pt x="3967932" y="1161488"/>
                </a:cubicBezTo>
                <a:cubicBezTo>
                  <a:pt x="3919364" y="1390208"/>
                  <a:pt x="3769090" y="1527120"/>
                  <a:pt x="3531789" y="1553811"/>
                </a:cubicBezTo>
                <a:cubicBezTo>
                  <a:pt x="3436209" y="1564484"/>
                  <a:pt x="3339859" y="1567746"/>
                  <a:pt x="3243942" y="1575260"/>
                </a:cubicBezTo>
                <a:cubicBezTo>
                  <a:pt x="3193920" y="1579262"/>
                  <a:pt x="3144387" y="1587392"/>
                  <a:pt x="3095373" y="1598615"/>
                </a:cubicBezTo>
                <a:cubicBezTo>
                  <a:pt x="2951053" y="1631589"/>
                  <a:pt x="2865942" y="1724990"/>
                  <a:pt x="2823227" y="1862629"/>
                </a:cubicBezTo>
                <a:cubicBezTo>
                  <a:pt x="2788016" y="1976282"/>
                  <a:pt x="2772373" y="2094342"/>
                  <a:pt x="2742135" y="2209245"/>
                </a:cubicBezTo>
                <a:cubicBezTo>
                  <a:pt x="2715001" y="2311931"/>
                  <a:pt x="2666366" y="2396560"/>
                  <a:pt x="2565829" y="2442902"/>
                </a:cubicBezTo>
                <a:cubicBezTo>
                  <a:pt x="2538358" y="2461396"/>
                  <a:pt x="2507835" y="2471575"/>
                  <a:pt x="2475245" y="2475844"/>
                </a:cubicBezTo>
                <a:cubicBezTo>
                  <a:pt x="2394793" y="2499222"/>
                  <a:pt x="2312988" y="2499915"/>
                  <a:pt x="2230682" y="2490021"/>
                </a:cubicBezTo>
                <a:cubicBezTo>
                  <a:pt x="2182413" y="2491532"/>
                  <a:pt x="2134868" y="2482726"/>
                  <a:pt x="2086889" y="2479720"/>
                </a:cubicBezTo>
                <a:cubicBezTo>
                  <a:pt x="2046964" y="2477144"/>
                  <a:pt x="2007201" y="2475840"/>
                  <a:pt x="1967204" y="2478932"/>
                </a:cubicBezTo>
                <a:cubicBezTo>
                  <a:pt x="1803753" y="2491646"/>
                  <a:pt x="1698875" y="2580096"/>
                  <a:pt x="1656430" y="2738869"/>
                </a:cubicBezTo>
                <a:cubicBezTo>
                  <a:pt x="1634572" y="2820438"/>
                  <a:pt x="1624706" y="2903656"/>
                  <a:pt x="1615268" y="2986923"/>
                </a:cubicBezTo>
                <a:cubicBezTo>
                  <a:pt x="1594541" y="3171471"/>
                  <a:pt x="1519662" y="3298004"/>
                  <a:pt x="1400605" y="3379566"/>
                </a:cubicBezTo>
                <a:lnTo>
                  <a:pt x="1347315" y="3409908"/>
                </a:lnTo>
                <a:lnTo>
                  <a:pt x="1336313" y="3374466"/>
                </a:lnTo>
                <a:lnTo>
                  <a:pt x="1336060" y="3371956"/>
                </a:lnTo>
                <a:lnTo>
                  <a:pt x="1344201" y="3368168"/>
                </a:lnTo>
                <a:cubicBezTo>
                  <a:pt x="1398007" y="3337237"/>
                  <a:pt x="1445905" y="3296499"/>
                  <a:pt x="1485739" y="3242387"/>
                </a:cubicBezTo>
                <a:cubicBezTo>
                  <a:pt x="1538486" y="3170917"/>
                  <a:pt x="1558900" y="3087930"/>
                  <a:pt x="1571309" y="3002135"/>
                </a:cubicBezTo>
                <a:cubicBezTo>
                  <a:pt x="1584992" y="2908079"/>
                  <a:pt x="1593170" y="2813275"/>
                  <a:pt x="1619529" y="2721336"/>
                </a:cubicBezTo>
                <a:cubicBezTo>
                  <a:pt x="1668446" y="2550852"/>
                  <a:pt x="1785299" y="2453388"/>
                  <a:pt x="1962020" y="2440217"/>
                </a:cubicBezTo>
                <a:cubicBezTo>
                  <a:pt x="2062930" y="2432613"/>
                  <a:pt x="2162930" y="2447398"/>
                  <a:pt x="2263144" y="2457180"/>
                </a:cubicBezTo>
                <a:cubicBezTo>
                  <a:pt x="2267852" y="2457709"/>
                  <a:pt x="2272826" y="2457010"/>
                  <a:pt x="2277696" y="2456864"/>
                </a:cubicBezTo>
                <a:cubicBezTo>
                  <a:pt x="2336903" y="2456365"/>
                  <a:pt x="2396045" y="2453733"/>
                  <a:pt x="2454672" y="2444110"/>
                </a:cubicBezTo>
                <a:cubicBezTo>
                  <a:pt x="2500409" y="2429270"/>
                  <a:pt x="2546032" y="2414678"/>
                  <a:pt x="2586002" y="2386364"/>
                </a:cubicBezTo>
                <a:cubicBezTo>
                  <a:pt x="2654015" y="2338318"/>
                  <a:pt x="2685493" y="2268708"/>
                  <a:pt x="2703446" y="2191033"/>
                </a:cubicBezTo>
                <a:cubicBezTo>
                  <a:pt x="2726401" y="2091215"/>
                  <a:pt x="2746597" y="1990870"/>
                  <a:pt x="2771642" y="1891719"/>
                </a:cubicBezTo>
                <a:cubicBezTo>
                  <a:pt x="2799298" y="1782072"/>
                  <a:pt x="2846656" y="1683348"/>
                  <a:pt x="2945352" y="1618295"/>
                </a:cubicBezTo>
                <a:cubicBezTo>
                  <a:pt x="3013761" y="1573284"/>
                  <a:pt x="3091126" y="1554631"/>
                  <a:pt x="3170708" y="1542856"/>
                </a:cubicBezTo>
                <a:cubicBezTo>
                  <a:pt x="3278315" y="1526947"/>
                  <a:pt x="3387348" y="1528056"/>
                  <a:pt x="3495318" y="1518169"/>
                </a:cubicBezTo>
                <a:cubicBezTo>
                  <a:pt x="3576493" y="1510732"/>
                  <a:pt x="3656364" y="1496390"/>
                  <a:pt x="3726694" y="1452418"/>
                </a:cubicBezTo>
                <a:cubicBezTo>
                  <a:pt x="3868187" y="1363964"/>
                  <a:pt x="3929160" y="1229674"/>
                  <a:pt x="3937218" y="1068035"/>
                </a:cubicBezTo>
                <a:cubicBezTo>
                  <a:pt x="3940852" y="994387"/>
                  <a:pt x="3938818" y="920668"/>
                  <a:pt x="3958649" y="848662"/>
                </a:cubicBezTo>
                <a:cubicBezTo>
                  <a:pt x="3999856" y="699370"/>
                  <a:pt x="4100490" y="611658"/>
                  <a:pt x="4245670" y="568725"/>
                </a:cubicBezTo>
                <a:cubicBezTo>
                  <a:pt x="4300444" y="552516"/>
                  <a:pt x="4356101" y="541369"/>
                  <a:pt x="4412153" y="532487"/>
                </a:cubicBezTo>
                <a:close/>
                <a:moveTo>
                  <a:pt x="4337637" y="187231"/>
                </a:moveTo>
                <a:lnTo>
                  <a:pt x="4459352" y="190782"/>
                </a:lnTo>
                <a:lnTo>
                  <a:pt x="4459352" y="231557"/>
                </a:lnTo>
                <a:lnTo>
                  <a:pt x="4333061" y="226975"/>
                </a:lnTo>
                <a:cubicBezTo>
                  <a:pt x="4125284" y="226520"/>
                  <a:pt x="3994044" y="329777"/>
                  <a:pt x="3922408" y="520807"/>
                </a:cubicBezTo>
                <a:cubicBezTo>
                  <a:pt x="3873442" y="651204"/>
                  <a:pt x="3832180" y="784408"/>
                  <a:pt x="3777237" y="912485"/>
                </a:cubicBezTo>
                <a:cubicBezTo>
                  <a:pt x="3749797" y="976613"/>
                  <a:pt x="3719697" y="1039359"/>
                  <a:pt x="3679188" y="1096386"/>
                </a:cubicBezTo>
                <a:cubicBezTo>
                  <a:pt x="3604011" y="1202039"/>
                  <a:pt x="3498595" y="1256327"/>
                  <a:pt x="3372902" y="1276618"/>
                </a:cubicBezTo>
                <a:cubicBezTo>
                  <a:pt x="3285833" y="1290628"/>
                  <a:pt x="3197567" y="1293282"/>
                  <a:pt x="3110131" y="1303222"/>
                </a:cubicBezTo>
                <a:cubicBezTo>
                  <a:pt x="3044858" y="1310667"/>
                  <a:pt x="2980134" y="1320168"/>
                  <a:pt x="2918266" y="1343596"/>
                </a:cubicBezTo>
                <a:cubicBezTo>
                  <a:pt x="2843990" y="1371784"/>
                  <a:pt x="2789756" y="1422157"/>
                  <a:pt x="2752733" y="1491752"/>
                </a:cubicBezTo>
                <a:cubicBezTo>
                  <a:pt x="2697942" y="1594539"/>
                  <a:pt x="2665891" y="1705902"/>
                  <a:pt x="2629344" y="1815634"/>
                </a:cubicBezTo>
                <a:cubicBezTo>
                  <a:pt x="2601854" y="1898347"/>
                  <a:pt x="2572938" y="1980250"/>
                  <a:pt x="2532872" y="2058039"/>
                </a:cubicBezTo>
                <a:cubicBezTo>
                  <a:pt x="2450841" y="2217393"/>
                  <a:pt x="2319005" y="2300867"/>
                  <a:pt x="2142405" y="2317997"/>
                </a:cubicBezTo>
                <a:cubicBezTo>
                  <a:pt x="2065738" y="2325419"/>
                  <a:pt x="1988872" y="2324195"/>
                  <a:pt x="1912283" y="2322051"/>
                </a:cubicBezTo>
                <a:cubicBezTo>
                  <a:pt x="1717942" y="2316561"/>
                  <a:pt x="1583823" y="2409181"/>
                  <a:pt x="1491656" y="2573896"/>
                </a:cubicBezTo>
                <a:cubicBezTo>
                  <a:pt x="1444535" y="2658175"/>
                  <a:pt x="1415088" y="2746734"/>
                  <a:pt x="1406185" y="2843754"/>
                </a:cubicBezTo>
                <a:cubicBezTo>
                  <a:pt x="1402430" y="2884521"/>
                  <a:pt x="1392686" y="2922037"/>
                  <a:pt x="1377585" y="2955789"/>
                </a:cubicBezTo>
                <a:lnTo>
                  <a:pt x="1330389" y="3025291"/>
                </a:lnTo>
                <a:lnTo>
                  <a:pt x="1330389" y="2958101"/>
                </a:lnTo>
                <a:lnTo>
                  <a:pt x="1350712" y="2922137"/>
                </a:lnTo>
                <a:cubicBezTo>
                  <a:pt x="1360723" y="2894933"/>
                  <a:pt x="1366912" y="2864813"/>
                  <a:pt x="1369022" y="2831650"/>
                </a:cubicBezTo>
                <a:cubicBezTo>
                  <a:pt x="1378916" y="2676415"/>
                  <a:pt x="1445332" y="2546898"/>
                  <a:pt x="1545333" y="2432028"/>
                </a:cubicBezTo>
                <a:cubicBezTo>
                  <a:pt x="1625544" y="2339811"/>
                  <a:pt x="1728336" y="2293461"/>
                  <a:pt x="1849724" y="2286035"/>
                </a:cubicBezTo>
                <a:cubicBezTo>
                  <a:pt x="1910114" y="2282330"/>
                  <a:pt x="1970439" y="2284600"/>
                  <a:pt x="2030854" y="2283758"/>
                </a:cubicBezTo>
                <a:cubicBezTo>
                  <a:pt x="2065569" y="2283323"/>
                  <a:pt x="2100429" y="2281605"/>
                  <a:pt x="2135138" y="2278916"/>
                </a:cubicBezTo>
                <a:cubicBezTo>
                  <a:pt x="2310565" y="2265296"/>
                  <a:pt x="2432754" y="2175106"/>
                  <a:pt x="2508343" y="2018321"/>
                </a:cubicBezTo>
                <a:cubicBezTo>
                  <a:pt x="2551581" y="1928494"/>
                  <a:pt x="2579666" y="1833152"/>
                  <a:pt x="2611260" y="1738983"/>
                </a:cubicBezTo>
                <a:cubicBezTo>
                  <a:pt x="2634414" y="1670170"/>
                  <a:pt x="2658616" y="1601692"/>
                  <a:pt x="2685582" y="1534044"/>
                </a:cubicBezTo>
                <a:cubicBezTo>
                  <a:pt x="2745470" y="1383945"/>
                  <a:pt x="2856067" y="1301293"/>
                  <a:pt x="3013721" y="1276144"/>
                </a:cubicBezTo>
                <a:cubicBezTo>
                  <a:pt x="3103827" y="1261736"/>
                  <a:pt x="3194947" y="1256804"/>
                  <a:pt x="3285512" y="1247563"/>
                </a:cubicBezTo>
                <a:cubicBezTo>
                  <a:pt x="3317035" y="1244299"/>
                  <a:pt x="3348513" y="1239515"/>
                  <a:pt x="3379801" y="1234492"/>
                </a:cubicBezTo>
                <a:cubicBezTo>
                  <a:pt x="3518164" y="1212114"/>
                  <a:pt x="3616741" y="1135003"/>
                  <a:pt x="3683709" y="1013694"/>
                </a:cubicBezTo>
                <a:cubicBezTo>
                  <a:pt x="3748360" y="896415"/>
                  <a:pt x="3788467" y="769272"/>
                  <a:pt x="3833687" y="644051"/>
                </a:cubicBezTo>
                <a:cubicBezTo>
                  <a:pt x="3868382" y="547718"/>
                  <a:pt x="3900058" y="450132"/>
                  <a:pt x="3958774" y="364469"/>
                </a:cubicBezTo>
                <a:cubicBezTo>
                  <a:pt x="4013110" y="285032"/>
                  <a:pt x="4086918" y="233222"/>
                  <a:pt x="4179574" y="208442"/>
                </a:cubicBezTo>
                <a:cubicBezTo>
                  <a:pt x="4231853" y="194379"/>
                  <a:pt x="4284627" y="188650"/>
                  <a:pt x="4337637" y="187231"/>
                </a:cubicBezTo>
                <a:close/>
                <a:moveTo>
                  <a:pt x="4459352" y="0"/>
                </a:moveTo>
                <a:lnTo>
                  <a:pt x="4459352" y="41723"/>
                </a:lnTo>
                <a:lnTo>
                  <a:pt x="4403847" y="54312"/>
                </a:lnTo>
                <a:cubicBezTo>
                  <a:pt x="4302029" y="72301"/>
                  <a:pt x="4199693" y="87196"/>
                  <a:pt x="4097960" y="105974"/>
                </a:cubicBezTo>
                <a:cubicBezTo>
                  <a:pt x="3978781" y="128079"/>
                  <a:pt x="3872508" y="174168"/>
                  <a:pt x="3800709" y="278683"/>
                </a:cubicBezTo>
                <a:cubicBezTo>
                  <a:pt x="3757627" y="341272"/>
                  <a:pt x="3733851" y="411747"/>
                  <a:pt x="3715636" y="484798"/>
                </a:cubicBezTo>
                <a:cubicBezTo>
                  <a:pt x="3690991" y="583085"/>
                  <a:pt x="3679402" y="683963"/>
                  <a:pt x="3653350" y="782047"/>
                </a:cubicBezTo>
                <a:cubicBezTo>
                  <a:pt x="3605800" y="961567"/>
                  <a:pt x="3484775" y="1064150"/>
                  <a:pt x="3313687" y="1116696"/>
                </a:cubicBezTo>
                <a:cubicBezTo>
                  <a:pt x="3202245" y="1150937"/>
                  <a:pt x="3086184" y="1157228"/>
                  <a:pt x="2971296" y="1170065"/>
                </a:cubicBezTo>
                <a:cubicBezTo>
                  <a:pt x="2927453" y="1174978"/>
                  <a:pt x="2884104" y="1182069"/>
                  <a:pt x="2840791" y="1190377"/>
                </a:cubicBezTo>
                <a:cubicBezTo>
                  <a:pt x="2700130" y="1217394"/>
                  <a:pt x="2608812" y="1300867"/>
                  <a:pt x="2560281" y="1433564"/>
                </a:cubicBezTo>
                <a:cubicBezTo>
                  <a:pt x="2535739" y="1500834"/>
                  <a:pt x="2512680" y="1568791"/>
                  <a:pt x="2488632" y="1636291"/>
                </a:cubicBezTo>
                <a:cubicBezTo>
                  <a:pt x="2470101" y="1688636"/>
                  <a:pt x="2447670" y="1739027"/>
                  <a:pt x="2417704" y="1785928"/>
                </a:cubicBezTo>
                <a:cubicBezTo>
                  <a:pt x="2352537" y="1888112"/>
                  <a:pt x="2258669" y="1939493"/>
                  <a:pt x="2138664" y="1944259"/>
                </a:cubicBezTo>
                <a:cubicBezTo>
                  <a:pt x="2081033" y="1946539"/>
                  <a:pt x="2024838" y="1935678"/>
                  <a:pt x="1968143" y="1926538"/>
                </a:cubicBezTo>
                <a:cubicBezTo>
                  <a:pt x="1794639" y="1898730"/>
                  <a:pt x="1634721" y="1923583"/>
                  <a:pt x="1510449" y="2062030"/>
                </a:cubicBezTo>
                <a:cubicBezTo>
                  <a:pt x="1467003" y="2110494"/>
                  <a:pt x="1442326" y="2171249"/>
                  <a:pt x="1416196" y="2230282"/>
                </a:cubicBezTo>
                <a:cubicBezTo>
                  <a:pt x="1401276" y="2263966"/>
                  <a:pt x="1386974" y="2297936"/>
                  <a:pt x="1371668" y="2331442"/>
                </a:cubicBezTo>
                <a:lnTo>
                  <a:pt x="1330389" y="2411767"/>
                </a:lnTo>
                <a:lnTo>
                  <a:pt x="1330389" y="2319304"/>
                </a:lnTo>
                <a:lnTo>
                  <a:pt x="1404269" y="2157831"/>
                </a:lnTo>
                <a:cubicBezTo>
                  <a:pt x="1435507" y="2090360"/>
                  <a:pt x="1473560" y="2026643"/>
                  <a:pt x="1534103" y="1981443"/>
                </a:cubicBezTo>
                <a:cubicBezTo>
                  <a:pt x="1671753" y="1878603"/>
                  <a:pt x="1826702" y="1856702"/>
                  <a:pt x="1991868" y="1890852"/>
                </a:cubicBezTo>
                <a:cubicBezTo>
                  <a:pt x="2035151" y="1899787"/>
                  <a:pt x="2078344" y="1905678"/>
                  <a:pt x="2122750" y="1905378"/>
                </a:cubicBezTo>
                <a:cubicBezTo>
                  <a:pt x="2255544" y="1904432"/>
                  <a:pt x="2347315" y="1840075"/>
                  <a:pt x="2406904" y="1724655"/>
                </a:cubicBezTo>
                <a:cubicBezTo>
                  <a:pt x="2445656" y="1649706"/>
                  <a:pt x="2467883" y="1568311"/>
                  <a:pt x="2495665" y="1489183"/>
                </a:cubicBezTo>
                <a:cubicBezTo>
                  <a:pt x="2517107" y="1428281"/>
                  <a:pt x="2540585" y="1368172"/>
                  <a:pt x="2576173" y="1313669"/>
                </a:cubicBezTo>
                <a:cubicBezTo>
                  <a:pt x="2641347" y="1213738"/>
                  <a:pt x="2739857" y="1168858"/>
                  <a:pt x="2852302" y="1147687"/>
                </a:cubicBezTo>
                <a:cubicBezTo>
                  <a:pt x="2946995" y="1129853"/>
                  <a:pt x="3043556" y="1125488"/>
                  <a:pt x="3138814" y="1112265"/>
                </a:cubicBezTo>
                <a:cubicBezTo>
                  <a:pt x="3199609" y="1103797"/>
                  <a:pt x="3259968" y="1093026"/>
                  <a:pt x="3318731" y="1073712"/>
                </a:cubicBezTo>
                <a:cubicBezTo>
                  <a:pt x="3484639" y="1019069"/>
                  <a:pt x="3587288" y="909178"/>
                  <a:pt x="3623520" y="736273"/>
                </a:cubicBezTo>
                <a:cubicBezTo>
                  <a:pt x="3645098" y="633267"/>
                  <a:pt x="3660421" y="528864"/>
                  <a:pt x="3689046" y="427170"/>
                </a:cubicBezTo>
                <a:cubicBezTo>
                  <a:pt x="3742829" y="236130"/>
                  <a:pt x="3862429" y="116528"/>
                  <a:pt x="4058309" y="73960"/>
                </a:cubicBezTo>
                <a:cubicBezTo>
                  <a:pt x="4159645" y="52149"/>
                  <a:pt x="4262586" y="41133"/>
                  <a:pt x="4364186" y="21995"/>
                </a:cubicBezTo>
                <a:cubicBezTo>
                  <a:pt x="4380786" y="18876"/>
                  <a:pt x="4397626" y="16131"/>
                  <a:pt x="4414216" y="12669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 flipH="1">
            <a:off x="-5172" y="1875125"/>
            <a:ext cx="2084747" cy="1399072"/>
          </a:xfrm>
          <a:custGeom>
            <a:avLst/>
            <a:gdLst/>
            <a:ahLst/>
            <a:cxnLst/>
            <a:rect l="l" t="t" r="r" b="b"/>
            <a:pathLst>
              <a:path w="4459352" h="3633953" extrusionOk="0">
                <a:moveTo>
                  <a:pt x="4395541" y="3495709"/>
                </a:moveTo>
                <a:lnTo>
                  <a:pt x="4373957" y="3521869"/>
                </a:lnTo>
                <a:lnTo>
                  <a:pt x="4342589" y="3547750"/>
                </a:lnTo>
                <a:lnTo>
                  <a:pt x="4302494" y="3546124"/>
                </a:lnTo>
                <a:cubicBezTo>
                  <a:pt x="4276369" y="3548995"/>
                  <a:pt x="4252210" y="3555850"/>
                  <a:pt x="4229834" y="3566602"/>
                </a:cubicBezTo>
                <a:lnTo>
                  <a:pt x="4173156" y="3606724"/>
                </a:lnTo>
                <a:lnTo>
                  <a:pt x="4167795" y="3607264"/>
                </a:lnTo>
                <a:lnTo>
                  <a:pt x="4104815" y="3607264"/>
                </a:lnTo>
                <a:lnTo>
                  <a:pt x="4108284" y="3602053"/>
                </a:lnTo>
                <a:cubicBezTo>
                  <a:pt x="4141467" y="3562062"/>
                  <a:pt x="4183660" y="3530163"/>
                  <a:pt x="4239555" y="3510722"/>
                </a:cubicBezTo>
                <a:cubicBezTo>
                  <a:pt x="4285018" y="3494854"/>
                  <a:pt x="4332466" y="3496413"/>
                  <a:pt x="4379449" y="3496706"/>
                </a:cubicBezTo>
                <a:close/>
                <a:moveTo>
                  <a:pt x="1093783" y="3448548"/>
                </a:moveTo>
                <a:lnTo>
                  <a:pt x="1078538" y="3476636"/>
                </a:lnTo>
                <a:lnTo>
                  <a:pt x="1066943" y="3490690"/>
                </a:lnTo>
                <a:lnTo>
                  <a:pt x="1007696" y="3498768"/>
                </a:lnTo>
                <a:cubicBezTo>
                  <a:pt x="963140" y="3501943"/>
                  <a:pt x="918474" y="3501748"/>
                  <a:pt x="873997" y="3496687"/>
                </a:cubicBezTo>
                <a:cubicBezTo>
                  <a:pt x="762206" y="3483872"/>
                  <a:pt x="681938" y="3519837"/>
                  <a:pt x="620637" y="3591362"/>
                </a:cubicBezTo>
                <a:lnTo>
                  <a:pt x="592149" y="3633953"/>
                </a:lnTo>
                <a:lnTo>
                  <a:pt x="546325" y="3633953"/>
                </a:lnTo>
                <a:lnTo>
                  <a:pt x="576838" y="3583303"/>
                </a:lnTo>
                <a:cubicBezTo>
                  <a:pt x="638051" y="3495494"/>
                  <a:pt x="721389" y="3452593"/>
                  <a:pt x="828353" y="3457848"/>
                </a:cubicBezTo>
                <a:cubicBezTo>
                  <a:pt x="913790" y="3461951"/>
                  <a:pt x="998894" y="3461848"/>
                  <a:pt x="1083198" y="3450486"/>
                </a:cubicBezTo>
                <a:close/>
                <a:moveTo>
                  <a:pt x="4457812" y="3330986"/>
                </a:moveTo>
                <a:lnTo>
                  <a:pt x="4453847" y="3370314"/>
                </a:lnTo>
                <a:lnTo>
                  <a:pt x="4440113" y="3371635"/>
                </a:lnTo>
                <a:cubicBezTo>
                  <a:pt x="4392626" y="3373116"/>
                  <a:pt x="4345035" y="3372353"/>
                  <a:pt x="4297405" y="3371836"/>
                </a:cubicBezTo>
                <a:cubicBezTo>
                  <a:pt x="4248223" y="3371425"/>
                  <a:pt x="4199015" y="3370102"/>
                  <a:pt x="4150087" y="3374010"/>
                </a:cubicBezTo>
                <a:cubicBezTo>
                  <a:pt x="4010911" y="3385094"/>
                  <a:pt x="3912961" y="3447340"/>
                  <a:pt x="3860158" y="3555283"/>
                </a:cubicBezTo>
                <a:lnTo>
                  <a:pt x="3839798" y="3607264"/>
                </a:lnTo>
                <a:lnTo>
                  <a:pt x="3799401" y="3607264"/>
                </a:lnTo>
                <a:lnTo>
                  <a:pt x="3802752" y="3593310"/>
                </a:lnTo>
                <a:cubicBezTo>
                  <a:pt x="3851470" y="3446595"/>
                  <a:pt x="3953651" y="3363648"/>
                  <a:pt x="4105197" y="3340022"/>
                </a:cubicBezTo>
                <a:cubicBezTo>
                  <a:pt x="4184581" y="3327704"/>
                  <a:pt x="4264590" y="3332183"/>
                  <a:pt x="4344377" y="3333257"/>
                </a:cubicBezTo>
                <a:close/>
                <a:moveTo>
                  <a:pt x="1139476" y="3098377"/>
                </a:moveTo>
                <a:lnTo>
                  <a:pt x="1139476" y="3138273"/>
                </a:lnTo>
                <a:lnTo>
                  <a:pt x="1114052" y="3144135"/>
                </a:lnTo>
                <a:cubicBezTo>
                  <a:pt x="1042678" y="3155359"/>
                  <a:pt x="971103" y="3151783"/>
                  <a:pt x="899557" y="3147171"/>
                </a:cubicBezTo>
                <a:cubicBezTo>
                  <a:pt x="846386" y="3143713"/>
                  <a:pt x="793423" y="3141101"/>
                  <a:pt x="740090" y="3144471"/>
                </a:cubicBezTo>
                <a:cubicBezTo>
                  <a:pt x="610627" y="3152811"/>
                  <a:pt x="525858" y="3223110"/>
                  <a:pt x="491761" y="3343431"/>
                </a:cubicBezTo>
                <a:cubicBezTo>
                  <a:pt x="475002" y="3402562"/>
                  <a:pt x="453318" y="3458007"/>
                  <a:pt x="427307" y="3510264"/>
                </a:cubicBezTo>
                <a:lnTo>
                  <a:pt x="351591" y="3633953"/>
                </a:lnTo>
                <a:lnTo>
                  <a:pt x="304596" y="3633953"/>
                </a:lnTo>
                <a:lnTo>
                  <a:pt x="306678" y="3631416"/>
                </a:lnTo>
                <a:cubicBezTo>
                  <a:pt x="353740" y="3567163"/>
                  <a:pt x="393245" y="3497554"/>
                  <a:pt x="422867" y="3420930"/>
                </a:cubicBezTo>
                <a:cubicBezTo>
                  <a:pt x="436548" y="3385547"/>
                  <a:pt x="445856" y="3348589"/>
                  <a:pt x="459478" y="3313329"/>
                </a:cubicBezTo>
                <a:cubicBezTo>
                  <a:pt x="509440" y="3183697"/>
                  <a:pt x="602846" y="3112893"/>
                  <a:pt x="742867" y="3105090"/>
                </a:cubicBezTo>
                <a:cubicBezTo>
                  <a:pt x="819873" y="3100826"/>
                  <a:pt x="896265" y="3108582"/>
                  <a:pt x="972948" y="3111820"/>
                </a:cubicBezTo>
                <a:cubicBezTo>
                  <a:pt x="1021494" y="3113925"/>
                  <a:pt x="1070075" y="3113767"/>
                  <a:pt x="1117427" y="3104367"/>
                </a:cubicBezTo>
                <a:close/>
                <a:moveTo>
                  <a:pt x="4459352" y="2833848"/>
                </a:moveTo>
                <a:lnTo>
                  <a:pt x="4459352" y="2880420"/>
                </a:lnTo>
                <a:lnTo>
                  <a:pt x="4452128" y="2884611"/>
                </a:lnTo>
                <a:cubicBezTo>
                  <a:pt x="4420367" y="2898744"/>
                  <a:pt x="4386378" y="2909906"/>
                  <a:pt x="4350177" y="2918168"/>
                </a:cubicBezTo>
                <a:cubicBezTo>
                  <a:pt x="4279073" y="2934319"/>
                  <a:pt x="4206639" y="2940701"/>
                  <a:pt x="4134441" y="2948843"/>
                </a:cubicBezTo>
                <a:cubicBezTo>
                  <a:pt x="4088593" y="2953877"/>
                  <a:pt x="4042951" y="2959758"/>
                  <a:pt x="3997791" y="2969462"/>
                </a:cubicBezTo>
                <a:cubicBezTo>
                  <a:pt x="3819520" y="3008026"/>
                  <a:pt x="3721588" y="3110648"/>
                  <a:pt x="3692565" y="3290342"/>
                </a:cubicBezTo>
                <a:cubicBezTo>
                  <a:pt x="3675779" y="3394668"/>
                  <a:pt x="3670109" y="3499936"/>
                  <a:pt x="3670051" y="3605404"/>
                </a:cubicBezTo>
                <a:lnTo>
                  <a:pt x="3669966" y="3607264"/>
                </a:lnTo>
                <a:lnTo>
                  <a:pt x="3602029" y="3607264"/>
                </a:lnTo>
                <a:lnTo>
                  <a:pt x="3606586" y="3596261"/>
                </a:lnTo>
                <a:cubicBezTo>
                  <a:pt x="3621952" y="3550168"/>
                  <a:pt x="3631499" y="3500031"/>
                  <a:pt x="3635030" y="3445730"/>
                </a:cubicBezTo>
                <a:cubicBezTo>
                  <a:pt x="3640194" y="3366188"/>
                  <a:pt x="3647250" y="3286770"/>
                  <a:pt x="3670397" y="3209549"/>
                </a:cubicBezTo>
                <a:cubicBezTo>
                  <a:pt x="3710835" y="3075207"/>
                  <a:pt x="3798221" y="2988561"/>
                  <a:pt x="3931185" y="2946728"/>
                </a:cubicBezTo>
                <a:cubicBezTo>
                  <a:pt x="4004999" y="2923427"/>
                  <a:pt x="4081410" y="2915586"/>
                  <a:pt x="4157736" y="2906955"/>
                </a:cubicBezTo>
                <a:cubicBezTo>
                  <a:pt x="4207523" y="2901193"/>
                  <a:pt x="4257292" y="2894823"/>
                  <a:pt x="4306833" y="2886997"/>
                </a:cubicBezTo>
                <a:cubicBezTo>
                  <a:pt x="4347598" y="2880547"/>
                  <a:pt x="4385418" y="2870145"/>
                  <a:pt x="4420361" y="2855870"/>
                </a:cubicBezTo>
                <a:close/>
                <a:moveTo>
                  <a:pt x="1139476" y="2538294"/>
                </a:moveTo>
                <a:lnTo>
                  <a:pt x="1139476" y="2582280"/>
                </a:lnTo>
                <a:lnTo>
                  <a:pt x="1135743" y="2584073"/>
                </a:lnTo>
                <a:cubicBezTo>
                  <a:pt x="1109843" y="2592976"/>
                  <a:pt x="1082195" y="2599215"/>
                  <a:pt x="1052816" y="2602870"/>
                </a:cubicBezTo>
                <a:cubicBezTo>
                  <a:pt x="961098" y="2614279"/>
                  <a:pt x="868798" y="2610412"/>
                  <a:pt x="776794" y="2614337"/>
                </a:cubicBezTo>
                <a:cubicBezTo>
                  <a:pt x="712050" y="2617074"/>
                  <a:pt x="648175" y="2624418"/>
                  <a:pt x="585564" y="2641348"/>
                </a:cubicBezTo>
                <a:cubicBezTo>
                  <a:pt x="424320" y="2684946"/>
                  <a:pt x="334198" y="2794035"/>
                  <a:pt x="322503" y="2960291"/>
                </a:cubicBezTo>
                <a:cubicBezTo>
                  <a:pt x="318313" y="3019576"/>
                  <a:pt x="320164" y="3079108"/>
                  <a:pt x="311639" y="3138038"/>
                </a:cubicBezTo>
                <a:cubicBezTo>
                  <a:pt x="287031" y="3308521"/>
                  <a:pt x="223146" y="3461420"/>
                  <a:pt x="105496" y="3589126"/>
                </a:cubicBezTo>
                <a:lnTo>
                  <a:pt x="59427" y="3633953"/>
                </a:lnTo>
                <a:lnTo>
                  <a:pt x="0" y="3633953"/>
                </a:lnTo>
                <a:lnTo>
                  <a:pt x="59511" y="3579834"/>
                </a:lnTo>
                <a:cubicBezTo>
                  <a:pt x="201405" y="3433749"/>
                  <a:pt x="273901" y="3248719"/>
                  <a:pt x="279643" y="3026284"/>
                </a:cubicBezTo>
                <a:cubicBezTo>
                  <a:pt x="281178" y="2967870"/>
                  <a:pt x="282959" y="2909570"/>
                  <a:pt x="300515" y="2853172"/>
                </a:cubicBezTo>
                <a:cubicBezTo>
                  <a:pt x="345416" y="2709191"/>
                  <a:pt x="451315" y="2634417"/>
                  <a:pt x="590987" y="2598841"/>
                </a:cubicBezTo>
                <a:cubicBezTo>
                  <a:pt x="695287" y="2572248"/>
                  <a:pt x="802151" y="2574154"/>
                  <a:pt x="908580" y="2571807"/>
                </a:cubicBezTo>
                <a:cubicBezTo>
                  <a:pt x="949498" y="2570942"/>
                  <a:pt x="990445" y="2569041"/>
                  <a:pt x="1031231" y="2565866"/>
                </a:cubicBezTo>
                <a:cubicBezTo>
                  <a:pt x="1062884" y="2563376"/>
                  <a:pt x="1092276" y="2557504"/>
                  <a:pt x="1119419" y="2548328"/>
                </a:cubicBezTo>
                <a:close/>
                <a:moveTo>
                  <a:pt x="4459352" y="2485083"/>
                </a:moveTo>
                <a:lnTo>
                  <a:pt x="4459352" y="2539842"/>
                </a:lnTo>
                <a:lnTo>
                  <a:pt x="4425791" y="2568105"/>
                </a:lnTo>
                <a:cubicBezTo>
                  <a:pt x="4362873" y="2613940"/>
                  <a:pt x="4288453" y="2648273"/>
                  <a:pt x="4203932" y="2672337"/>
                </a:cubicBezTo>
                <a:cubicBezTo>
                  <a:pt x="4094405" y="2703412"/>
                  <a:pt x="3980688" y="2714691"/>
                  <a:pt x="3870045" y="2741048"/>
                </a:cubicBezTo>
                <a:cubicBezTo>
                  <a:pt x="3716389" y="2777653"/>
                  <a:pt x="3607425" y="2863912"/>
                  <a:pt x="3552566" y="3015139"/>
                </a:cubicBezTo>
                <a:cubicBezTo>
                  <a:pt x="3533386" y="3068234"/>
                  <a:pt x="3516166" y="3121637"/>
                  <a:pt x="3500552" y="3175783"/>
                </a:cubicBezTo>
                <a:cubicBezTo>
                  <a:pt x="3462206" y="3308844"/>
                  <a:pt x="3421268" y="3440703"/>
                  <a:pt x="3344680" y="3558157"/>
                </a:cubicBezTo>
                <a:lnTo>
                  <a:pt x="3306067" y="3607264"/>
                </a:lnTo>
                <a:lnTo>
                  <a:pt x="3256082" y="3607264"/>
                </a:lnTo>
                <a:lnTo>
                  <a:pt x="3256216" y="3607145"/>
                </a:lnTo>
                <a:cubicBezTo>
                  <a:pt x="3316499" y="3539371"/>
                  <a:pt x="3361889" y="3457780"/>
                  <a:pt x="3396294" y="3365963"/>
                </a:cubicBezTo>
                <a:cubicBezTo>
                  <a:pt x="3434364" y="3264290"/>
                  <a:pt x="3460436" y="3158712"/>
                  <a:pt x="3495120" y="3055920"/>
                </a:cubicBezTo>
                <a:cubicBezTo>
                  <a:pt x="3514076" y="2999419"/>
                  <a:pt x="3536920" y="2944568"/>
                  <a:pt x="3568727" y="2894016"/>
                </a:cubicBezTo>
                <a:cubicBezTo>
                  <a:pt x="3634496" y="2789559"/>
                  <a:pt x="3734890" y="2736398"/>
                  <a:pt x="3850293" y="2706242"/>
                </a:cubicBezTo>
                <a:cubicBezTo>
                  <a:pt x="3961407" y="2677252"/>
                  <a:pt x="4076093" y="2665823"/>
                  <a:pt x="4187064" y="2636166"/>
                </a:cubicBezTo>
                <a:cubicBezTo>
                  <a:pt x="4259504" y="2616807"/>
                  <a:pt x="4325641" y="2588452"/>
                  <a:pt x="4383799" y="2548769"/>
                </a:cubicBezTo>
                <a:close/>
                <a:moveTo>
                  <a:pt x="4188344" y="2480092"/>
                </a:moveTo>
                <a:cubicBezTo>
                  <a:pt x="4188049" y="2480406"/>
                  <a:pt x="4187506" y="2480605"/>
                  <a:pt x="4187145" y="2480737"/>
                </a:cubicBezTo>
                <a:cubicBezTo>
                  <a:pt x="4187839" y="2481509"/>
                  <a:pt x="4188408" y="2482223"/>
                  <a:pt x="4189159" y="2482870"/>
                </a:cubicBezTo>
                <a:cubicBezTo>
                  <a:pt x="4188884" y="2481843"/>
                  <a:pt x="4188552" y="2480938"/>
                  <a:pt x="4188344" y="2480092"/>
                </a:cubicBezTo>
                <a:close/>
                <a:moveTo>
                  <a:pt x="4459352" y="2199617"/>
                </a:moveTo>
                <a:lnTo>
                  <a:pt x="4459352" y="2301753"/>
                </a:lnTo>
                <a:lnTo>
                  <a:pt x="4455307" y="2310449"/>
                </a:lnTo>
                <a:cubicBezTo>
                  <a:pt x="4436434" y="2340071"/>
                  <a:pt x="4413203" y="2366831"/>
                  <a:pt x="4384253" y="2389819"/>
                </a:cubicBezTo>
                <a:cubicBezTo>
                  <a:pt x="4355732" y="2419982"/>
                  <a:pt x="4319559" y="2438799"/>
                  <a:pt x="4282456" y="2455086"/>
                </a:cubicBezTo>
                <a:cubicBezTo>
                  <a:pt x="4238798" y="2474188"/>
                  <a:pt x="4195421" y="2494623"/>
                  <a:pt x="4148322" y="2504631"/>
                </a:cubicBezTo>
                <a:cubicBezTo>
                  <a:pt x="4082514" y="2528786"/>
                  <a:pt x="4014190" y="2544123"/>
                  <a:pt x="3946129" y="2560182"/>
                </a:cubicBezTo>
                <a:cubicBezTo>
                  <a:pt x="3885281" y="2581081"/>
                  <a:pt x="3822416" y="2595644"/>
                  <a:pt x="3762648" y="2620045"/>
                </a:cubicBezTo>
                <a:cubicBezTo>
                  <a:pt x="3558188" y="2703508"/>
                  <a:pt x="3430835" y="2848932"/>
                  <a:pt x="3397977" y="3071270"/>
                </a:cubicBezTo>
                <a:cubicBezTo>
                  <a:pt x="3384095" y="3164783"/>
                  <a:pt x="3337757" y="3244772"/>
                  <a:pt x="3289547" y="3323294"/>
                </a:cubicBezTo>
                <a:cubicBezTo>
                  <a:pt x="3227425" y="3424413"/>
                  <a:pt x="3155577" y="3516639"/>
                  <a:pt x="3065467" y="3591335"/>
                </a:cubicBezTo>
                <a:lnTo>
                  <a:pt x="3043035" y="3607264"/>
                </a:lnTo>
                <a:lnTo>
                  <a:pt x="2974262" y="3607264"/>
                </a:lnTo>
                <a:lnTo>
                  <a:pt x="2994394" y="3594960"/>
                </a:lnTo>
                <a:cubicBezTo>
                  <a:pt x="3112544" y="3511496"/>
                  <a:pt x="3201120" y="3392219"/>
                  <a:pt x="3279379" y="3260663"/>
                </a:cubicBezTo>
                <a:cubicBezTo>
                  <a:pt x="3323169" y="3187147"/>
                  <a:pt x="3351699" y="3108668"/>
                  <a:pt x="3365754" y="3022887"/>
                </a:cubicBezTo>
                <a:cubicBezTo>
                  <a:pt x="3389572" y="2876798"/>
                  <a:pt x="3469153" y="2761629"/>
                  <a:pt x="3585463" y="2672469"/>
                </a:cubicBezTo>
                <a:cubicBezTo>
                  <a:pt x="3688437" y="2593640"/>
                  <a:pt x="3809196" y="2555160"/>
                  <a:pt x="3933396" y="2525775"/>
                </a:cubicBezTo>
                <a:cubicBezTo>
                  <a:pt x="3978142" y="2512427"/>
                  <a:pt x="4022830" y="2499203"/>
                  <a:pt x="4067577" y="2485855"/>
                </a:cubicBezTo>
                <a:cubicBezTo>
                  <a:pt x="4070904" y="2478993"/>
                  <a:pt x="4081371" y="2482638"/>
                  <a:pt x="4086360" y="2478345"/>
                </a:cubicBezTo>
                <a:cubicBezTo>
                  <a:pt x="4074735" y="2480766"/>
                  <a:pt x="4064454" y="2473154"/>
                  <a:pt x="4053279" y="2472332"/>
                </a:cubicBezTo>
                <a:lnTo>
                  <a:pt x="4053403" y="2472390"/>
                </a:lnTo>
                <a:cubicBezTo>
                  <a:pt x="4033811" y="2471273"/>
                  <a:pt x="4014605" y="2466733"/>
                  <a:pt x="3995021" y="2465920"/>
                </a:cubicBezTo>
                <a:cubicBezTo>
                  <a:pt x="3880509" y="2450719"/>
                  <a:pt x="3765127" y="2439017"/>
                  <a:pt x="3658526" y="2496507"/>
                </a:cubicBezTo>
                <a:cubicBezTo>
                  <a:pt x="3529143" y="2566260"/>
                  <a:pt x="3426085" y="2666658"/>
                  <a:pt x="3344633" y="2788465"/>
                </a:cubicBezTo>
                <a:cubicBezTo>
                  <a:pt x="3270583" y="2899141"/>
                  <a:pt x="3229853" y="3021793"/>
                  <a:pt x="3211778" y="3154183"/>
                </a:cubicBezTo>
                <a:cubicBezTo>
                  <a:pt x="3190363" y="3311289"/>
                  <a:pt x="3087953" y="3412887"/>
                  <a:pt x="2958046" y="3489600"/>
                </a:cubicBezTo>
                <a:cubicBezTo>
                  <a:pt x="2826465" y="3567339"/>
                  <a:pt x="2680206" y="3582459"/>
                  <a:pt x="2531124" y="3580665"/>
                </a:cubicBezTo>
                <a:cubicBezTo>
                  <a:pt x="2462494" y="3579803"/>
                  <a:pt x="2393988" y="3579000"/>
                  <a:pt x="2325980" y="3590732"/>
                </a:cubicBezTo>
                <a:lnTo>
                  <a:pt x="2265528" y="3607264"/>
                </a:lnTo>
                <a:lnTo>
                  <a:pt x="2159150" y="3607264"/>
                </a:lnTo>
                <a:lnTo>
                  <a:pt x="2211251" y="3582034"/>
                </a:lnTo>
                <a:cubicBezTo>
                  <a:pt x="2273594" y="3558188"/>
                  <a:pt x="2340020" y="3545011"/>
                  <a:pt x="2410552" y="3542251"/>
                </a:cubicBezTo>
                <a:cubicBezTo>
                  <a:pt x="2513827" y="3538293"/>
                  <a:pt x="2617476" y="3546814"/>
                  <a:pt x="2720177" y="3529834"/>
                </a:cubicBezTo>
                <a:cubicBezTo>
                  <a:pt x="2882722" y="3503198"/>
                  <a:pt x="3018842" y="3432512"/>
                  <a:pt x="3114610" y="3294374"/>
                </a:cubicBezTo>
                <a:cubicBezTo>
                  <a:pt x="3148421" y="3245652"/>
                  <a:pt x="3167869" y="3191329"/>
                  <a:pt x="3175415" y="3132246"/>
                </a:cubicBezTo>
                <a:cubicBezTo>
                  <a:pt x="3211365" y="2852666"/>
                  <a:pt x="3361759" y="2646780"/>
                  <a:pt x="3589000" y="2490129"/>
                </a:cubicBezTo>
                <a:cubicBezTo>
                  <a:pt x="3680445" y="2427123"/>
                  <a:pt x="3782471" y="2409981"/>
                  <a:pt x="3890234" y="2415454"/>
                </a:cubicBezTo>
                <a:cubicBezTo>
                  <a:pt x="3919829" y="2417001"/>
                  <a:pt x="3949405" y="2419890"/>
                  <a:pt x="3978876" y="2423330"/>
                </a:cubicBezTo>
                <a:cubicBezTo>
                  <a:pt x="4049609" y="2431317"/>
                  <a:pt x="4120200" y="2438639"/>
                  <a:pt x="4191556" y="2434909"/>
                </a:cubicBezTo>
                <a:cubicBezTo>
                  <a:pt x="4242228" y="2428207"/>
                  <a:pt x="4288787" y="2410296"/>
                  <a:pt x="4331638" y="2382565"/>
                </a:cubicBezTo>
                <a:cubicBezTo>
                  <a:pt x="4385032" y="2342759"/>
                  <a:pt x="4421126" y="2294455"/>
                  <a:pt x="4445607" y="2240362"/>
                </a:cubicBezTo>
                <a:close/>
                <a:moveTo>
                  <a:pt x="4459352" y="1491993"/>
                </a:moveTo>
                <a:lnTo>
                  <a:pt x="4459352" y="1584830"/>
                </a:lnTo>
                <a:lnTo>
                  <a:pt x="4455129" y="1595140"/>
                </a:lnTo>
                <a:cubicBezTo>
                  <a:pt x="4447807" y="1622325"/>
                  <a:pt x="4443600" y="1651225"/>
                  <a:pt x="4442539" y="1681796"/>
                </a:cubicBezTo>
                <a:cubicBezTo>
                  <a:pt x="4440339" y="1748456"/>
                  <a:pt x="4437085" y="1814477"/>
                  <a:pt x="4415371" y="1878556"/>
                </a:cubicBezTo>
                <a:cubicBezTo>
                  <a:pt x="4371047" y="2009298"/>
                  <a:pt x="4290500" y="2104511"/>
                  <a:pt x="4157062" y="2150928"/>
                </a:cubicBezTo>
                <a:cubicBezTo>
                  <a:pt x="4038041" y="2192464"/>
                  <a:pt x="3914965" y="2220718"/>
                  <a:pt x="3795659" y="2260922"/>
                </a:cubicBezTo>
                <a:cubicBezTo>
                  <a:pt x="3651082" y="2309684"/>
                  <a:pt x="3514439" y="2373074"/>
                  <a:pt x="3394961" y="2470373"/>
                </a:cubicBezTo>
                <a:cubicBezTo>
                  <a:pt x="3258652" y="2581337"/>
                  <a:pt x="3165904" y="2722674"/>
                  <a:pt x="3103339" y="2885036"/>
                </a:cubicBezTo>
                <a:cubicBezTo>
                  <a:pt x="3066770" y="2979904"/>
                  <a:pt x="3028265" y="3073123"/>
                  <a:pt x="2962298" y="3152727"/>
                </a:cubicBezTo>
                <a:cubicBezTo>
                  <a:pt x="2861880" y="3274006"/>
                  <a:pt x="2733720" y="3329768"/>
                  <a:pt x="2577054" y="3322963"/>
                </a:cubicBezTo>
                <a:cubicBezTo>
                  <a:pt x="2485545" y="3319013"/>
                  <a:pt x="2396958" y="3296756"/>
                  <a:pt x="2307192" y="3281908"/>
                </a:cubicBezTo>
                <a:cubicBezTo>
                  <a:pt x="2273938" y="3276267"/>
                  <a:pt x="2240352" y="3271671"/>
                  <a:pt x="2206722" y="3269757"/>
                </a:cubicBezTo>
                <a:cubicBezTo>
                  <a:pt x="2038038" y="3260388"/>
                  <a:pt x="1919809" y="3338457"/>
                  <a:pt x="1859684" y="3496848"/>
                </a:cubicBezTo>
                <a:cubicBezTo>
                  <a:pt x="1849804" y="3522886"/>
                  <a:pt x="1842347" y="3549446"/>
                  <a:pt x="1836523" y="3576369"/>
                </a:cubicBezTo>
                <a:lnTo>
                  <a:pt x="1831470" y="3607264"/>
                </a:lnTo>
                <a:lnTo>
                  <a:pt x="1791643" y="3607264"/>
                </a:lnTo>
                <a:lnTo>
                  <a:pt x="1810490" y="3513726"/>
                </a:lnTo>
                <a:cubicBezTo>
                  <a:pt x="1823939" y="3473171"/>
                  <a:pt x="1842387" y="3434217"/>
                  <a:pt x="1865890" y="3397228"/>
                </a:cubicBezTo>
                <a:cubicBezTo>
                  <a:pt x="1945130" y="3272748"/>
                  <a:pt x="2060939" y="3221620"/>
                  <a:pt x="2205648" y="3229944"/>
                </a:cubicBezTo>
                <a:cubicBezTo>
                  <a:pt x="2303176" y="3235479"/>
                  <a:pt x="2397531" y="3261158"/>
                  <a:pt x="2493613" y="3275328"/>
                </a:cubicBezTo>
                <a:cubicBezTo>
                  <a:pt x="2571152" y="3286767"/>
                  <a:pt x="2648692" y="3290102"/>
                  <a:pt x="2725043" y="3268126"/>
                </a:cubicBezTo>
                <a:cubicBezTo>
                  <a:pt x="2848147" y="3232683"/>
                  <a:pt x="2928673" y="3146915"/>
                  <a:pt x="2990840" y="3040189"/>
                </a:cubicBezTo>
                <a:cubicBezTo>
                  <a:pt x="3017783" y="2993989"/>
                  <a:pt x="3038356" y="2944689"/>
                  <a:pt x="3056163" y="2894559"/>
                </a:cubicBezTo>
                <a:cubicBezTo>
                  <a:pt x="3175888" y="2556225"/>
                  <a:pt x="3418142" y="2347698"/>
                  <a:pt x="3751161" y="2233867"/>
                </a:cubicBezTo>
                <a:cubicBezTo>
                  <a:pt x="3858811" y="2197121"/>
                  <a:pt x="3968764" y="2168043"/>
                  <a:pt x="4077910" y="2136492"/>
                </a:cubicBezTo>
                <a:cubicBezTo>
                  <a:pt x="4184100" y="2105822"/>
                  <a:pt x="4278161" y="2058882"/>
                  <a:pt x="4335557" y="1957602"/>
                </a:cubicBezTo>
                <a:cubicBezTo>
                  <a:pt x="4378427" y="1881860"/>
                  <a:pt x="4400987" y="1801366"/>
                  <a:pt x="4400377" y="1714197"/>
                </a:cubicBezTo>
                <a:cubicBezTo>
                  <a:pt x="4399823" y="1651215"/>
                  <a:pt x="4408447" y="1589480"/>
                  <a:pt x="4435470" y="1531762"/>
                </a:cubicBezTo>
                <a:close/>
                <a:moveTo>
                  <a:pt x="4459352" y="670573"/>
                </a:moveTo>
                <a:lnTo>
                  <a:pt x="4459352" y="710470"/>
                </a:lnTo>
                <a:lnTo>
                  <a:pt x="4380527" y="728216"/>
                </a:lnTo>
                <a:cubicBezTo>
                  <a:pt x="4322424" y="750724"/>
                  <a:pt x="4271759" y="791118"/>
                  <a:pt x="4230399" y="853226"/>
                </a:cubicBezTo>
                <a:cubicBezTo>
                  <a:pt x="4189943" y="914031"/>
                  <a:pt x="4170451" y="983037"/>
                  <a:pt x="4160417" y="1054623"/>
                </a:cubicBezTo>
                <a:cubicBezTo>
                  <a:pt x="4146557" y="1152951"/>
                  <a:pt x="4131527" y="1250885"/>
                  <a:pt x="4093193" y="1343734"/>
                </a:cubicBezTo>
                <a:cubicBezTo>
                  <a:pt x="4054639" y="1437380"/>
                  <a:pt x="4002979" y="1522708"/>
                  <a:pt x="3935988" y="1598689"/>
                </a:cubicBezTo>
                <a:cubicBezTo>
                  <a:pt x="3811075" y="1740140"/>
                  <a:pt x="3654761" y="1805826"/>
                  <a:pt x="3466144" y="1794134"/>
                </a:cubicBezTo>
                <a:cubicBezTo>
                  <a:pt x="3400770" y="1790127"/>
                  <a:pt x="3335381" y="1783564"/>
                  <a:pt x="3270003" y="1783458"/>
                </a:cubicBezTo>
                <a:cubicBezTo>
                  <a:pt x="3113234" y="1783358"/>
                  <a:pt x="3024678" y="1855355"/>
                  <a:pt x="2988145" y="2008162"/>
                </a:cubicBezTo>
                <a:cubicBezTo>
                  <a:pt x="2973254" y="2070146"/>
                  <a:pt x="2968518" y="2133532"/>
                  <a:pt x="2962251" y="2196658"/>
                </a:cubicBezTo>
                <a:cubicBezTo>
                  <a:pt x="2952154" y="2298527"/>
                  <a:pt x="2932785" y="2398055"/>
                  <a:pt x="2868887" y="2481618"/>
                </a:cubicBezTo>
                <a:cubicBezTo>
                  <a:pt x="2769991" y="2610954"/>
                  <a:pt x="2636076" y="2659702"/>
                  <a:pt x="2476709" y="2644143"/>
                </a:cubicBezTo>
                <a:cubicBezTo>
                  <a:pt x="2322355" y="2629104"/>
                  <a:pt x="2171392" y="2641745"/>
                  <a:pt x="2027458" y="2701760"/>
                </a:cubicBezTo>
                <a:cubicBezTo>
                  <a:pt x="1883285" y="2761965"/>
                  <a:pt x="1807026" y="2890377"/>
                  <a:pt x="1806447" y="3051425"/>
                </a:cubicBezTo>
                <a:cubicBezTo>
                  <a:pt x="1810064" y="3048148"/>
                  <a:pt x="1813719" y="3046089"/>
                  <a:pt x="1815939" y="3042915"/>
                </a:cubicBezTo>
                <a:cubicBezTo>
                  <a:pt x="1890504" y="2939228"/>
                  <a:pt x="1995809" y="2899446"/>
                  <a:pt x="2119027" y="2896169"/>
                </a:cubicBezTo>
                <a:cubicBezTo>
                  <a:pt x="2220512" y="2893483"/>
                  <a:pt x="2321265" y="2906966"/>
                  <a:pt x="2422660" y="2907389"/>
                </a:cubicBezTo>
                <a:cubicBezTo>
                  <a:pt x="2503827" y="2907752"/>
                  <a:pt x="2584457" y="2902464"/>
                  <a:pt x="2662419" y="2877334"/>
                </a:cubicBezTo>
                <a:cubicBezTo>
                  <a:pt x="2789621" y="2836284"/>
                  <a:pt x="2868929" y="2742447"/>
                  <a:pt x="2933479" y="2631873"/>
                </a:cubicBezTo>
                <a:cubicBezTo>
                  <a:pt x="2977404" y="2556770"/>
                  <a:pt x="3013392" y="2477092"/>
                  <a:pt x="3063143" y="2405286"/>
                </a:cubicBezTo>
                <a:cubicBezTo>
                  <a:pt x="3150671" y="2278789"/>
                  <a:pt x="3277289" y="2216309"/>
                  <a:pt x="3423243" y="2184992"/>
                </a:cubicBezTo>
                <a:cubicBezTo>
                  <a:pt x="3529364" y="2162244"/>
                  <a:pt x="3637500" y="2149732"/>
                  <a:pt x="3742969" y="2123531"/>
                </a:cubicBezTo>
                <a:cubicBezTo>
                  <a:pt x="3813722" y="2105867"/>
                  <a:pt x="3882951" y="2084046"/>
                  <a:pt x="3948121" y="2050891"/>
                </a:cubicBezTo>
                <a:cubicBezTo>
                  <a:pt x="4105823" y="1970540"/>
                  <a:pt x="4196793" y="1843087"/>
                  <a:pt x="4221056" y="1667192"/>
                </a:cubicBezTo>
                <a:cubicBezTo>
                  <a:pt x="4235771" y="1560857"/>
                  <a:pt x="4237145" y="1452549"/>
                  <a:pt x="4261713" y="1347624"/>
                </a:cubicBezTo>
                <a:cubicBezTo>
                  <a:pt x="4286297" y="1242745"/>
                  <a:pt x="4331738" y="1152253"/>
                  <a:pt x="4409206" y="1085933"/>
                </a:cubicBezTo>
                <a:lnTo>
                  <a:pt x="4459352" y="1053148"/>
                </a:lnTo>
                <a:lnTo>
                  <a:pt x="4459352" y="1098248"/>
                </a:lnTo>
                <a:lnTo>
                  <a:pt x="4434527" y="1116095"/>
                </a:lnTo>
                <a:cubicBezTo>
                  <a:pt x="4386176" y="1158193"/>
                  <a:pt x="4347818" y="1215123"/>
                  <a:pt x="4322876" y="1284553"/>
                </a:cubicBezTo>
                <a:cubicBezTo>
                  <a:pt x="4294031" y="1364686"/>
                  <a:pt x="4285496" y="1447622"/>
                  <a:pt x="4277959" y="1531318"/>
                </a:cubicBezTo>
                <a:cubicBezTo>
                  <a:pt x="4270788" y="1610984"/>
                  <a:pt x="4262390" y="1690381"/>
                  <a:pt x="4240158" y="1767573"/>
                </a:cubicBezTo>
                <a:cubicBezTo>
                  <a:pt x="4190629" y="1940025"/>
                  <a:pt x="4070353" y="2045207"/>
                  <a:pt x="3910604" y="2112156"/>
                </a:cubicBezTo>
                <a:cubicBezTo>
                  <a:pt x="3777031" y="2168263"/>
                  <a:pt x="3634222" y="2186631"/>
                  <a:pt x="3493267" y="2212010"/>
                </a:cubicBezTo>
                <a:cubicBezTo>
                  <a:pt x="3417459" y="2225683"/>
                  <a:pt x="3342937" y="2243703"/>
                  <a:pt x="3272765" y="2276642"/>
                </a:cubicBezTo>
                <a:cubicBezTo>
                  <a:pt x="3163480" y="2327937"/>
                  <a:pt x="3094848" y="2418163"/>
                  <a:pt x="3039324" y="2520910"/>
                </a:cubicBezTo>
                <a:cubicBezTo>
                  <a:pt x="2999844" y="2593869"/>
                  <a:pt x="2962216" y="2667688"/>
                  <a:pt x="2913620" y="2735376"/>
                </a:cubicBezTo>
                <a:cubicBezTo>
                  <a:pt x="2823688" y="2860909"/>
                  <a:pt x="2699684" y="2925199"/>
                  <a:pt x="2548089" y="2941150"/>
                </a:cubicBezTo>
                <a:cubicBezTo>
                  <a:pt x="2442713" y="2952238"/>
                  <a:pt x="2337569" y="2944676"/>
                  <a:pt x="2232347" y="2938579"/>
                </a:cubicBezTo>
                <a:cubicBezTo>
                  <a:pt x="2199328" y="2936647"/>
                  <a:pt x="2166211" y="2935571"/>
                  <a:pt x="2133265" y="2936074"/>
                </a:cubicBezTo>
                <a:cubicBezTo>
                  <a:pt x="1946543" y="2938763"/>
                  <a:pt x="1834386" y="3022193"/>
                  <a:pt x="1783164" y="3203164"/>
                </a:cubicBezTo>
                <a:cubicBezTo>
                  <a:pt x="1750728" y="3317950"/>
                  <a:pt x="1698601" y="3420170"/>
                  <a:pt x="1617950" y="3507832"/>
                </a:cubicBezTo>
                <a:lnTo>
                  <a:pt x="1525477" y="3589635"/>
                </a:lnTo>
                <a:lnTo>
                  <a:pt x="1508459" y="3584352"/>
                </a:lnTo>
                <a:lnTo>
                  <a:pt x="1480389" y="3569116"/>
                </a:lnTo>
                <a:lnTo>
                  <a:pt x="1578031" y="3491564"/>
                </a:lnTo>
                <a:cubicBezTo>
                  <a:pt x="1674435" y="3396301"/>
                  <a:pt x="1732165" y="3276043"/>
                  <a:pt x="1753078" y="3132661"/>
                </a:cubicBezTo>
                <a:cubicBezTo>
                  <a:pt x="1758899" y="3093189"/>
                  <a:pt x="1762027" y="3053370"/>
                  <a:pt x="1766744" y="3013686"/>
                </a:cubicBezTo>
                <a:cubicBezTo>
                  <a:pt x="1790341" y="2813622"/>
                  <a:pt x="1894745" y="2691188"/>
                  <a:pt x="2089450" y="2637872"/>
                </a:cubicBezTo>
                <a:cubicBezTo>
                  <a:pt x="2216053" y="2603298"/>
                  <a:pt x="2344960" y="2590648"/>
                  <a:pt x="2475843" y="2605176"/>
                </a:cubicBezTo>
                <a:cubicBezTo>
                  <a:pt x="2616139" y="2620758"/>
                  <a:pt x="2735008" y="2580202"/>
                  <a:pt x="2826691" y="2470336"/>
                </a:cubicBezTo>
                <a:cubicBezTo>
                  <a:pt x="2886085" y="2399094"/>
                  <a:pt x="2908120" y="2313255"/>
                  <a:pt x="2918336" y="2223445"/>
                </a:cubicBezTo>
                <a:cubicBezTo>
                  <a:pt x="2927439" y="2143173"/>
                  <a:pt x="2931282" y="2062269"/>
                  <a:pt x="2952555" y="1983581"/>
                </a:cubicBezTo>
                <a:cubicBezTo>
                  <a:pt x="2994388" y="1828726"/>
                  <a:pt x="3093691" y="1749398"/>
                  <a:pt x="3253947" y="1743912"/>
                </a:cubicBezTo>
                <a:cubicBezTo>
                  <a:pt x="3303244" y="1742124"/>
                  <a:pt x="3352442" y="1745092"/>
                  <a:pt x="3401006" y="1751371"/>
                </a:cubicBezTo>
                <a:cubicBezTo>
                  <a:pt x="3691294" y="1788827"/>
                  <a:pt x="3885448" y="1654372"/>
                  <a:pt x="4018940" y="1409148"/>
                </a:cubicBezTo>
                <a:cubicBezTo>
                  <a:pt x="4078294" y="1300070"/>
                  <a:pt x="4103248" y="1181670"/>
                  <a:pt x="4118905" y="1060014"/>
                </a:cubicBezTo>
                <a:cubicBezTo>
                  <a:pt x="4130385" y="969745"/>
                  <a:pt x="4154275" y="882812"/>
                  <a:pt x="4211230" y="809388"/>
                </a:cubicBezTo>
                <a:cubicBezTo>
                  <a:pt x="4272597" y="730319"/>
                  <a:pt x="4349772" y="685661"/>
                  <a:pt x="4440036" y="671437"/>
                </a:cubicBezTo>
                <a:close/>
                <a:moveTo>
                  <a:pt x="4459352" y="526157"/>
                </a:moveTo>
                <a:lnTo>
                  <a:pt x="4459352" y="566143"/>
                </a:lnTo>
                <a:lnTo>
                  <a:pt x="4444335" y="568113"/>
                </a:lnTo>
                <a:cubicBezTo>
                  <a:pt x="4384718" y="577280"/>
                  <a:pt x="4325186" y="587234"/>
                  <a:pt x="4267101" y="604760"/>
                </a:cubicBezTo>
                <a:cubicBezTo>
                  <a:pt x="4079926" y="661261"/>
                  <a:pt x="3988891" y="778481"/>
                  <a:pt x="3980784" y="974909"/>
                </a:cubicBezTo>
                <a:cubicBezTo>
                  <a:pt x="3978208" y="1037192"/>
                  <a:pt x="3981005" y="1099864"/>
                  <a:pt x="3967932" y="1161488"/>
                </a:cubicBezTo>
                <a:cubicBezTo>
                  <a:pt x="3919364" y="1390208"/>
                  <a:pt x="3769090" y="1527120"/>
                  <a:pt x="3531789" y="1553811"/>
                </a:cubicBezTo>
                <a:cubicBezTo>
                  <a:pt x="3436209" y="1564484"/>
                  <a:pt x="3339859" y="1567746"/>
                  <a:pt x="3243942" y="1575260"/>
                </a:cubicBezTo>
                <a:cubicBezTo>
                  <a:pt x="3193920" y="1579262"/>
                  <a:pt x="3144387" y="1587392"/>
                  <a:pt x="3095373" y="1598615"/>
                </a:cubicBezTo>
                <a:cubicBezTo>
                  <a:pt x="2951053" y="1631589"/>
                  <a:pt x="2865942" y="1724990"/>
                  <a:pt x="2823227" y="1862629"/>
                </a:cubicBezTo>
                <a:cubicBezTo>
                  <a:pt x="2788016" y="1976282"/>
                  <a:pt x="2772373" y="2094342"/>
                  <a:pt x="2742135" y="2209245"/>
                </a:cubicBezTo>
                <a:cubicBezTo>
                  <a:pt x="2715001" y="2311931"/>
                  <a:pt x="2666366" y="2396560"/>
                  <a:pt x="2565829" y="2442902"/>
                </a:cubicBezTo>
                <a:cubicBezTo>
                  <a:pt x="2538358" y="2461396"/>
                  <a:pt x="2507835" y="2471575"/>
                  <a:pt x="2475245" y="2475844"/>
                </a:cubicBezTo>
                <a:cubicBezTo>
                  <a:pt x="2394793" y="2499222"/>
                  <a:pt x="2312988" y="2499915"/>
                  <a:pt x="2230682" y="2490021"/>
                </a:cubicBezTo>
                <a:cubicBezTo>
                  <a:pt x="2182413" y="2491532"/>
                  <a:pt x="2134868" y="2482726"/>
                  <a:pt x="2086889" y="2479720"/>
                </a:cubicBezTo>
                <a:cubicBezTo>
                  <a:pt x="2046964" y="2477144"/>
                  <a:pt x="2007201" y="2475840"/>
                  <a:pt x="1967204" y="2478932"/>
                </a:cubicBezTo>
                <a:cubicBezTo>
                  <a:pt x="1803753" y="2491646"/>
                  <a:pt x="1698875" y="2580096"/>
                  <a:pt x="1656430" y="2738869"/>
                </a:cubicBezTo>
                <a:cubicBezTo>
                  <a:pt x="1634572" y="2820438"/>
                  <a:pt x="1624706" y="2903656"/>
                  <a:pt x="1615268" y="2986923"/>
                </a:cubicBezTo>
                <a:cubicBezTo>
                  <a:pt x="1594541" y="3171471"/>
                  <a:pt x="1519662" y="3298004"/>
                  <a:pt x="1400605" y="3379566"/>
                </a:cubicBezTo>
                <a:lnTo>
                  <a:pt x="1347315" y="3409908"/>
                </a:lnTo>
                <a:lnTo>
                  <a:pt x="1336313" y="3374466"/>
                </a:lnTo>
                <a:lnTo>
                  <a:pt x="1336060" y="3371956"/>
                </a:lnTo>
                <a:lnTo>
                  <a:pt x="1344201" y="3368168"/>
                </a:lnTo>
                <a:cubicBezTo>
                  <a:pt x="1398007" y="3337237"/>
                  <a:pt x="1445905" y="3296499"/>
                  <a:pt x="1485739" y="3242387"/>
                </a:cubicBezTo>
                <a:cubicBezTo>
                  <a:pt x="1538486" y="3170917"/>
                  <a:pt x="1558900" y="3087930"/>
                  <a:pt x="1571309" y="3002135"/>
                </a:cubicBezTo>
                <a:cubicBezTo>
                  <a:pt x="1584992" y="2908079"/>
                  <a:pt x="1593170" y="2813275"/>
                  <a:pt x="1619529" y="2721336"/>
                </a:cubicBezTo>
                <a:cubicBezTo>
                  <a:pt x="1668446" y="2550852"/>
                  <a:pt x="1785299" y="2453388"/>
                  <a:pt x="1962020" y="2440217"/>
                </a:cubicBezTo>
                <a:cubicBezTo>
                  <a:pt x="2062930" y="2432613"/>
                  <a:pt x="2162930" y="2447398"/>
                  <a:pt x="2263144" y="2457180"/>
                </a:cubicBezTo>
                <a:cubicBezTo>
                  <a:pt x="2267852" y="2457709"/>
                  <a:pt x="2272826" y="2457010"/>
                  <a:pt x="2277696" y="2456864"/>
                </a:cubicBezTo>
                <a:cubicBezTo>
                  <a:pt x="2336903" y="2456365"/>
                  <a:pt x="2396045" y="2453733"/>
                  <a:pt x="2454672" y="2444110"/>
                </a:cubicBezTo>
                <a:cubicBezTo>
                  <a:pt x="2500409" y="2429270"/>
                  <a:pt x="2546032" y="2414678"/>
                  <a:pt x="2586002" y="2386364"/>
                </a:cubicBezTo>
                <a:cubicBezTo>
                  <a:pt x="2654015" y="2338318"/>
                  <a:pt x="2685493" y="2268708"/>
                  <a:pt x="2703446" y="2191033"/>
                </a:cubicBezTo>
                <a:cubicBezTo>
                  <a:pt x="2726401" y="2091215"/>
                  <a:pt x="2746597" y="1990870"/>
                  <a:pt x="2771642" y="1891719"/>
                </a:cubicBezTo>
                <a:cubicBezTo>
                  <a:pt x="2799298" y="1782072"/>
                  <a:pt x="2846656" y="1683348"/>
                  <a:pt x="2945352" y="1618295"/>
                </a:cubicBezTo>
                <a:cubicBezTo>
                  <a:pt x="3013761" y="1573284"/>
                  <a:pt x="3091126" y="1554631"/>
                  <a:pt x="3170708" y="1542856"/>
                </a:cubicBezTo>
                <a:cubicBezTo>
                  <a:pt x="3278315" y="1526947"/>
                  <a:pt x="3387348" y="1528056"/>
                  <a:pt x="3495318" y="1518169"/>
                </a:cubicBezTo>
                <a:cubicBezTo>
                  <a:pt x="3576493" y="1510732"/>
                  <a:pt x="3656364" y="1496390"/>
                  <a:pt x="3726694" y="1452418"/>
                </a:cubicBezTo>
                <a:cubicBezTo>
                  <a:pt x="3868187" y="1363964"/>
                  <a:pt x="3929160" y="1229674"/>
                  <a:pt x="3937218" y="1068035"/>
                </a:cubicBezTo>
                <a:cubicBezTo>
                  <a:pt x="3940852" y="994387"/>
                  <a:pt x="3938818" y="920668"/>
                  <a:pt x="3958649" y="848662"/>
                </a:cubicBezTo>
                <a:cubicBezTo>
                  <a:pt x="3999856" y="699370"/>
                  <a:pt x="4100490" y="611658"/>
                  <a:pt x="4245670" y="568725"/>
                </a:cubicBezTo>
                <a:cubicBezTo>
                  <a:pt x="4300444" y="552516"/>
                  <a:pt x="4356101" y="541369"/>
                  <a:pt x="4412153" y="532487"/>
                </a:cubicBezTo>
                <a:close/>
                <a:moveTo>
                  <a:pt x="4337637" y="187231"/>
                </a:moveTo>
                <a:lnTo>
                  <a:pt x="4459352" y="190782"/>
                </a:lnTo>
                <a:lnTo>
                  <a:pt x="4459352" y="231557"/>
                </a:lnTo>
                <a:lnTo>
                  <a:pt x="4333061" y="226975"/>
                </a:lnTo>
                <a:cubicBezTo>
                  <a:pt x="4125284" y="226520"/>
                  <a:pt x="3994044" y="329777"/>
                  <a:pt x="3922408" y="520807"/>
                </a:cubicBezTo>
                <a:cubicBezTo>
                  <a:pt x="3873442" y="651204"/>
                  <a:pt x="3832180" y="784408"/>
                  <a:pt x="3777237" y="912485"/>
                </a:cubicBezTo>
                <a:cubicBezTo>
                  <a:pt x="3749797" y="976613"/>
                  <a:pt x="3719697" y="1039359"/>
                  <a:pt x="3679188" y="1096386"/>
                </a:cubicBezTo>
                <a:cubicBezTo>
                  <a:pt x="3604011" y="1202039"/>
                  <a:pt x="3498595" y="1256327"/>
                  <a:pt x="3372902" y="1276618"/>
                </a:cubicBezTo>
                <a:cubicBezTo>
                  <a:pt x="3285833" y="1290628"/>
                  <a:pt x="3197567" y="1293282"/>
                  <a:pt x="3110131" y="1303222"/>
                </a:cubicBezTo>
                <a:cubicBezTo>
                  <a:pt x="3044858" y="1310667"/>
                  <a:pt x="2980134" y="1320168"/>
                  <a:pt x="2918266" y="1343596"/>
                </a:cubicBezTo>
                <a:cubicBezTo>
                  <a:pt x="2843990" y="1371784"/>
                  <a:pt x="2789756" y="1422157"/>
                  <a:pt x="2752733" y="1491752"/>
                </a:cubicBezTo>
                <a:cubicBezTo>
                  <a:pt x="2697942" y="1594539"/>
                  <a:pt x="2665891" y="1705902"/>
                  <a:pt x="2629344" y="1815634"/>
                </a:cubicBezTo>
                <a:cubicBezTo>
                  <a:pt x="2601854" y="1898347"/>
                  <a:pt x="2572938" y="1980250"/>
                  <a:pt x="2532872" y="2058039"/>
                </a:cubicBezTo>
                <a:cubicBezTo>
                  <a:pt x="2450841" y="2217393"/>
                  <a:pt x="2319005" y="2300867"/>
                  <a:pt x="2142405" y="2317997"/>
                </a:cubicBezTo>
                <a:cubicBezTo>
                  <a:pt x="2065738" y="2325419"/>
                  <a:pt x="1988872" y="2324195"/>
                  <a:pt x="1912283" y="2322051"/>
                </a:cubicBezTo>
                <a:cubicBezTo>
                  <a:pt x="1717942" y="2316561"/>
                  <a:pt x="1583823" y="2409181"/>
                  <a:pt x="1491656" y="2573896"/>
                </a:cubicBezTo>
                <a:cubicBezTo>
                  <a:pt x="1444535" y="2658175"/>
                  <a:pt x="1415088" y="2746734"/>
                  <a:pt x="1406185" y="2843754"/>
                </a:cubicBezTo>
                <a:cubicBezTo>
                  <a:pt x="1402430" y="2884521"/>
                  <a:pt x="1392686" y="2922037"/>
                  <a:pt x="1377585" y="2955789"/>
                </a:cubicBezTo>
                <a:lnTo>
                  <a:pt x="1330389" y="3025291"/>
                </a:lnTo>
                <a:lnTo>
                  <a:pt x="1330389" y="2958101"/>
                </a:lnTo>
                <a:lnTo>
                  <a:pt x="1350712" y="2922137"/>
                </a:lnTo>
                <a:cubicBezTo>
                  <a:pt x="1360723" y="2894933"/>
                  <a:pt x="1366912" y="2864813"/>
                  <a:pt x="1369022" y="2831650"/>
                </a:cubicBezTo>
                <a:cubicBezTo>
                  <a:pt x="1378916" y="2676415"/>
                  <a:pt x="1445332" y="2546898"/>
                  <a:pt x="1545333" y="2432028"/>
                </a:cubicBezTo>
                <a:cubicBezTo>
                  <a:pt x="1625544" y="2339811"/>
                  <a:pt x="1728336" y="2293461"/>
                  <a:pt x="1849724" y="2286035"/>
                </a:cubicBezTo>
                <a:cubicBezTo>
                  <a:pt x="1910114" y="2282330"/>
                  <a:pt x="1970439" y="2284600"/>
                  <a:pt x="2030854" y="2283758"/>
                </a:cubicBezTo>
                <a:cubicBezTo>
                  <a:pt x="2065569" y="2283323"/>
                  <a:pt x="2100429" y="2281605"/>
                  <a:pt x="2135138" y="2278916"/>
                </a:cubicBezTo>
                <a:cubicBezTo>
                  <a:pt x="2310565" y="2265296"/>
                  <a:pt x="2432754" y="2175106"/>
                  <a:pt x="2508343" y="2018321"/>
                </a:cubicBezTo>
                <a:cubicBezTo>
                  <a:pt x="2551581" y="1928494"/>
                  <a:pt x="2579666" y="1833152"/>
                  <a:pt x="2611260" y="1738983"/>
                </a:cubicBezTo>
                <a:cubicBezTo>
                  <a:pt x="2634414" y="1670170"/>
                  <a:pt x="2658616" y="1601692"/>
                  <a:pt x="2685582" y="1534044"/>
                </a:cubicBezTo>
                <a:cubicBezTo>
                  <a:pt x="2745470" y="1383945"/>
                  <a:pt x="2856067" y="1301293"/>
                  <a:pt x="3013721" y="1276144"/>
                </a:cubicBezTo>
                <a:cubicBezTo>
                  <a:pt x="3103827" y="1261736"/>
                  <a:pt x="3194947" y="1256804"/>
                  <a:pt x="3285512" y="1247563"/>
                </a:cubicBezTo>
                <a:cubicBezTo>
                  <a:pt x="3317035" y="1244299"/>
                  <a:pt x="3348513" y="1239515"/>
                  <a:pt x="3379801" y="1234492"/>
                </a:cubicBezTo>
                <a:cubicBezTo>
                  <a:pt x="3518164" y="1212114"/>
                  <a:pt x="3616741" y="1135003"/>
                  <a:pt x="3683709" y="1013694"/>
                </a:cubicBezTo>
                <a:cubicBezTo>
                  <a:pt x="3748360" y="896415"/>
                  <a:pt x="3788467" y="769272"/>
                  <a:pt x="3833687" y="644051"/>
                </a:cubicBezTo>
                <a:cubicBezTo>
                  <a:pt x="3868382" y="547718"/>
                  <a:pt x="3900058" y="450132"/>
                  <a:pt x="3958774" y="364469"/>
                </a:cubicBezTo>
                <a:cubicBezTo>
                  <a:pt x="4013110" y="285032"/>
                  <a:pt x="4086918" y="233222"/>
                  <a:pt x="4179574" y="208442"/>
                </a:cubicBezTo>
                <a:cubicBezTo>
                  <a:pt x="4231853" y="194379"/>
                  <a:pt x="4284627" y="188650"/>
                  <a:pt x="4337637" y="187231"/>
                </a:cubicBezTo>
                <a:close/>
                <a:moveTo>
                  <a:pt x="4459352" y="0"/>
                </a:moveTo>
                <a:lnTo>
                  <a:pt x="4459352" y="41723"/>
                </a:lnTo>
                <a:lnTo>
                  <a:pt x="4403847" y="54312"/>
                </a:lnTo>
                <a:cubicBezTo>
                  <a:pt x="4302029" y="72301"/>
                  <a:pt x="4199693" y="87196"/>
                  <a:pt x="4097960" y="105974"/>
                </a:cubicBezTo>
                <a:cubicBezTo>
                  <a:pt x="3978781" y="128079"/>
                  <a:pt x="3872508" y="174168"/>
                  <a:pt x="3800709" y="278683"/>
                </a:cubicBezTo>
                <a:cubicBezTo>
                  <a:pt x="3757627" y="341272"/>
                  <a:pt x="3733851" y="411747"/>
                  <a:pt x="3715636" y="484798"/>
                </a:cubicBezTo>
                <a:cubicBezTo>
                  <a:pt x="3690991" y="583085"/>
                  <a:pt x="3679402" y="683963"/>
                  <a:pt x="3653350" y="782047"/>
                </a:cubicBezTo>
                <a:cubicBezTo>
                  <a:pt x="3605800" y="961567"/>
                  <a:pt x="3484775" y="1064150"/>
                  <a:pt x="3313687" y="1116696"/>
                </a:cubicBezTo>
                <a:cubicBezTo>
                  <a:pt x="3202245" y="1150937"/>
                  <a:pt x="3086184" y="1157228"/>
                  <a:pt x="2971296" y="1170065"/>
                </a:cubicBezTo>
                <a:cubicBezTo>
                  <a:pt x="2927453" y="1174978"/>
                  <a:pt x="2884104" y="1182069"/>
                  <a:pt x="2840791" y="1190377"/>
                </a:cubicBezTo>
                <a:cubicBezTo>
                  <a:pt x="2700130" y="1217394"/>
                  <a:pt x="2608812" y="1300867"/>
                  <a:pt x="2560281" y="1433564"/>
                </a:cubicBezTo>
                <a:cubicBezTo>
                  <a:pt x="2535739" y="1500834"/>
                  <a:pt x="2512680" y="1568791"/>
                  <a:pt x="2488632" y="1636291"/>
                </a:cubicBezTo>
                <a:cubicBezTo>
                  <a:pt x="2470101" y="1688636"/>
                  <a:pt x="2447670" y="1739027"/>
                  <a:pt x="2417704" y="1785928"/>
                </a:cubicBezTo>
                <a:cubicBezTo>
                  <a:pt x="2352537" y="1888112"/>
                  <a:pt x="2258669" y="1939493"/>
                  <a:pt x="2138664" y="1944259"/>
                </a:cubicBezTo>
                <a:cubicBezTo>
                  <a:pt x="2081033" y="1946539"/>
                  <a:pt x="2024838" y="1935678"/>
                  <a:pt x="1968143" y="1926538"/>
                </a:cubicBezTo>
                <a:cubicBezTo>
                  <a:pt x="1794639" y="1898730"/>
                  <a:pt x="1634721" y="1923583"/>
                  <a:pt x="1510449" y="2062030"/>
                </a:cubicBezTo>
                <a:cubicBezTo>
                  <a:pt x="1467003" y="2110494"/>
                  <a:pt x="1442326" y="2171249"/>
                  <a:pt x="1416196" y="2230282"/>
                </a:cubicBezTo>
                <a:cubicBezTo>
                  <a:pt x="1401276" y="2263966"/>
                  <a:pt x="1386974" y="2297936"/>
                  <a:pt x="1371668" y="2331442"/>
                </a:cubicBezTo>
                <a:lnTo>
                  <a:pt x="1330389" y="2411767"/>
                </a:lnTo>
                <a:lnTo>
                  <a:pt x="1330389" y="2319304"/>
                </a:lnTo>
                <a:lnTo>
                  <a:pt x="1404269" y="2157831"/>
                </a:lnTo>
                <a:cubicBezTo>
                  <a:pt x="1435507" y="2090360"/>
                  <a:pt x="1473560" y="2026643"/>
                  <a:pt x="1534103" y="1981443"/>
                </a:cubicBezTo>
                <a:cubicBezTo>
                  <a:pt x="1671753" y="1878603"/>
                  <a:pt x="1826702" y="1856702"/>
                  <a:pt x="1991868" y="1890852"/>
                </a:cubicBezTo>
                <a:cubicBezTo>
                  <a:pt x="2035151" y="1899787"/>
                  <a:pt x="2078344" y="1905678"/>
                  <a:pt x="2122750" y="1905378"/>
                </a:cubicBezTo>
                <a:cubicBezTo>
                  <a:pt x="2255544" y="1904432"/>
                  <a:pt x="2347315" y="1840075"/>
                  <a:pt x="2406904" y="1724655"/>
                </a:cubicBezTo>
                <a:cubicBezTo>
                  <a:pt x="2445656" y="1649706"/>
                  <a:pt x="2467883" y="1568311"/>
                  <a:pt x="2495665" y="1489183"/>
                </a:cubicBezTo>
                <a:cubicBezTo>
                  <a:pt x="2517107" y="1428281"/>
                  <a:pt x="2540585" y="1368172"/>
                  <a:pt x="2576173" y="1313669"/>
                </a:cubicBezTo>
                <a:cubicBezTo>
                  <a:pt x="2641347" y="1213738"/>
                  <a:pt x="2739857" y="1168858"/>
                  <a:pt x="2852302" y="1147687"/>
                </a:cubicBezTo>
                <a:cubicBezTo>
                  <a:pt x="2946995" y="1129853"/>
                  <a:pt x="3043556" y="1125488"/>
                  <a:pt x="3138814" y="1112265"/>
                </a:cubicBezTo>
                <a:cubicBezTo>
                  <a:pt x="3199609" y="1103797"/>
                  <a:pt x="3259968" y="1093026"/>
                  <a:pt x="3318731" y="1073712"/>
                </a:cubicBezTo>
                <a:cubicBezTo>
                  <a:pt x="3484639" y="1019069"/>
                  <a:pt x="3587288" y="909178"/>
                  <a:pt x="3623520" y="736273"/>
                </a:cubicBezTo>
                <a:cubicBezTo>
                  <a:pt x="3645098" y="633267"/>
                  <a:pt x="3660421" y="528864"/>
                  <a:pt x="3689046" y="427170"/>
                </a:cubicBezTo>
                <a:cubicBezTo>
                  <a:pt x="3742829" y="236130"/>
                  <a:pt x="3862429" y="116528"/>
                  <a:pt x="4058309" y="73960"/>
                </a:cubicBezTo>
                <a:cubicBezTo>
                  <a:pt x="4159645" y="52149"/>
                  <a:pt x="4262586" y="41133"/>
                  <a:pt x="4364186" y="21995"/>
                </a:cubicBezTo>
                <a:cubicBezTo>
                  <a:pt x="4380786" y="18876"/>
                  <a:pt x="4397626" y="16131"/>
                  <a:pt x="4414216" y="12669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764050" y="4290875"/>
            <a:ext cx="779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www.careercraftacademy.com             info@careercraftacademy.com             +91-9442639366 , +91-9600344633</a:t>
            </a:r>
            <a:endParaRPr sz="1200">
              <a:solidFill>
                <a:srgbClr val="0053A1"/>
              </a:solidFill>
            </a:endParaRPr>
          </a:p>
        </p:txBody>
      </p:sp>
      <p:pic>
        <p:nvPicPr>
          <p:cNvPr id="172" name="Google Shape;172;p18" title="emai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6075" y="4385887"/>
            <a:ext cx="179300" cy="1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title="phone-cal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8725" y="4404200"/>
            <a:ext cx="133875" cy="1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title="world-wide-we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 flipH="1">
            <a:off x="666150" y="4414075"/>
            <a:ext cx="133875" cy="1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5;p15">
            <a:extLst>
              <a:ext uri="{FF2B5EF4-FFF2-40B4-BE49-F238E27FC236}">
                <a16:creationId xmlns:a16="http://schemas.microsoft.com/office/drawing/2014/main" id="{37704251-34F5-613C-5E3B-94145DB0E1FA}"/>
              </a:ext>
            </a:extLst>
          </p:cNvPr>
          <p:cNvSpPr txBox="1"/>
          <p:nvPr/>
        </p:nvSpPr>
        <p:spPr>
          <a:xfrm>
            <a:off x="712771" y="301857"/>
            <a:ext cx="4111990" cy="60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/>
              <a:buNone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Learning </a:t>
            </a:r>
            <a:r>
              <a:rPr lang="en" sz="2600" b="1" i="0" u="none" strike="noStrike" cap="none" dirty="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Objectives</a:t>
            </a:r>
            <a:endParaRPr sz="137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0;p15" title="Untitled-1-07.png">
            <a:extLst>
              <a:ext uri="{FF2B5EF4-FFF2-40B4-BE49-F238E27FC236}">
                <a16:creationId xmlns:a16="http://schemas.microsoft.com/office/drawing/2014/main" id="{C3B7E3F1-D37B-2646-9BB6-E571C4C712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1;p15" title="powerd by.png">
            <a:extLst>
              <a:ext uri="{FF2B5EF4-FFF2-40B4-BE49-F238E27FC236}">
                <a16:creationId xmlns:a16="http://schemas.microsoft.com/office/drawing/2014/main" id="{CA76EB78-E3B8-F90F-90C7-6589A8D97E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2;p15">
            <a:extLst>
              <a:ext uri="{FF2B5EF4-FFF2-40B4-BE49-F238E27FC236}">
                <a16:creationId xmlns:a16="http://schemas.microsoft.com/office/drawing/2014/main" id="{A1FA0073-F414-E725-1106-D978C7D87A08}"/>
              </a:ext>
            </a:extLst>
          </p:cNvPr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Google Shape;114;p15">
            <a:extLst>
              <a:ext uri="{FF2B5EF4-FFF2-40B4-BE49-F238E27FC236}">
                <a16:creationId xmlns:a16="http://schemas.microsoft.com/office/drawing/2014/main" id="{45F38B8D-4514-11F2-6B68-BF1315E796A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9ECD02-F40B-6635-FDCE-ADDBFBD58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40105"/>
              </p:ext>
            </p:extLst>
          </p:nvPr>
        </p:nvGraphicFramePr>
        <p:xfrm>
          <a:off x="771590" y="1250000"/>
          <a:ext cx="5560000" cy="261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4265663040"/>
                    </a:ext>
                  </a:extLst>
                </a:gridCol>
                <a:gridCol w="5000000">
                  <a:extLst>
                    <a:ext uri="{9D8B030D-6E8A-4147-A177-3AD203B41FA5}">
                      <a16:colId xmlns:a16="http://schemas.microsoft.com/office/drawing/2014/main" val="3353228485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S.no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50" b="1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 SemiBold"/>
                        </a:rPr>
                        <a:t>By the end of this session, you will learn:</a:t>
                      </a:r>
                      <a:endParaRPr lang="en-IN" sz="1050" b="0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45679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What Bootstrap is and why it is 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How to set up Bootstrap in a web page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How to create responsive layouts using the grid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How to use layout utilities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How to style text, images, and tables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How to use common Bootstrap components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How to create and validate forms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How to use helpers, utilities, icons, and JavaScript plugins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</a:tbl>
          </a:graphicData>
        </a:graphic>
      </p:graphicFrame>
      <p:pic>
        <p:nvPicPr>
          <p:cNvPr id="8" name="Picture 2" descr="Topics Covered Colored Icon In Powerpoint Pptx Png And Editable Eps Format  PPT PowerPoint">
            <a:extLst>
              <a:ext uri="{FF2B5EF4-FFF2-40B4-BE49-F238E27FC236}">
                <a16:creationId xmlns:a16="http://schemas.microsoft.com/office/drawing/2014/main" id="{1508F156-F14D-23C4-AFD8-634CD3B7D2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" t="15654" r="11334" b="-6352"/>
          <a:stretch>
            <a:fillRect/>
          </a:stretch>
        </p:blipFill>
        <p:spPr bwMode="auto">
          <a:xfrm>
            <a:off x="4426776" y="90096"/>
            <a:ext cx="1827288" cy="103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oogle Shape;119;p16">
            <a:extLst>
              <a:ext uri="{FF2B5EF4-FFF2-40B4-BE49-F238E27FC236}">
                <a16:creationId xmlns:a16="http://schemas.microsoft.com/office/drawing/2014/main" id="{DBA8812A-9AED-7145-1197-9A62D6C3AF38}"/>
              </a:ext>
            </a:extLst>
          </p:cNvPr>
          <p:cNvGrpSpPr/>
          <p:nvPr/>
        </p:nvGrpSpPr>
        <p:grpSpPr>
          <a:xfrm flipH="1">
            <a:off x="6168011" y="-64240"/>
            <a:ext cx="3075825" cy="2569547"/>
            <a:chOff x="0" y="-55"/>
            <a:chExt cx="3962400" cy="4869150"/>
          </a:xfrm>
        </p:grpSpPr>
        <p:sp>
          <p:nvSpPr>
            <p:cNvPr id="10" name="Google Shape;120;p16">
              <a:extLst>
                <a:ext uri="{FF2B5EF4-FFF2-40B4-BE49-F238E27FC236}">
                  <a16:creationId xmlns:a16="http://schemas.microsoft.com/office/drawing/2014/main" id="{6B801943-4BF2-4F32-22C5-CAD3D7262D0A}"/>
                </a:ext>
              </a:extLst>
            </p:cNvPr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1;p16">
              <a:extLst>
                <a:ext uri="{FF2B5EF4-FFF2-40B4-BE49-F238E27FC236}">
                  <a16:creationId xmlns:a16="http://schemas.microsoft.com/office/drawing/2014/main" id="{3419E328-7AB1-C842-D1B9-B717797AB33B}"/>
                </a:ext>
              </a:extLst>
            </p:cNvPr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2;p16">
              <a:extLst>
                <a:ext uri="{FF2B5EF4-FFF2-40B4-BE49-F238E27FC236}">
                  <a16:creationId xmlns:a16="http://schemas.microsoft.com/office/drawing/2014/main" id="{14DD40DA-9BB5-507F-D5C4-DDBF9AE65E0E}"/>
                </a:ext>
              </a:extLst>
            </p:cNvPr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5;p15">
            <a:extLst>
              <a:ext uri="{FF2B5EF4-FFF2-40B4-BE49-F238E27FC236}">
                <a16:creationId xmlns:a16="http://schemas.microsoft.com/office/drawing/2014/main" id="{37704251-34F5-613C-5E3B-94145DB0E1FA}"/>
              </a:ext>
            </a:extLst>
          </p:cNvPr>
          <p:cNvSpPr txBox="1"/>
          <p:nvPr/>
        </p:nvSpPr>
        <p:spPr>
          <a:xfrm>
            <a:off x="712771" y="301857"/>
            <a:ext cx="4111990" cy="60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/>
              <a:buNone/>
            </a:pPr>
            <a:r>
              <a:rPr lang="en" sz="3387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Session </a:t>
            </a:r>
            <a:r>
              <a:rPr lang="en" sz="3387" b="1" i="0" u="none" strike="noStrike" cap="none" dirty="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Agenda</a:t>
            </a:r>
            <a:endParaRPr sz="137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0;p15" title="Untitled-1-07.png">
            <a:extLst>
              <a:ext uri="{FF2B5EF4-FFF2-40B4-BE49-F238E27FC236}">
                <a16:creationId xmlns:a16="http://schemas.microsoft.com/office/drawing/2014/main" id="{C3B7E3F1-D37B-2646-9BB6-E571C4C712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1;p15" title="powerd by.png">
            <a:extLst>
              <a:ext uri="{FF2B5EF4-FFF2-40B4-BE49-F238E27FC236}">
                <a16:creationId xmlns:a16="http://schemas.microsoft.com/office/drawing/2014/main" id="{CA76EB78-E3B8-F90F-90C7-6589A8D97E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2;p15">
            <a:extLst>
              <a:ext uri="{FF2B5EF4-FFF2-40B4-BE49-F238E27FC236}">
                <a16:creationId xmlns:a16="http://schemas.microsoft.com/office/drawing/2014/main" id="{A1FA0073-F414-E725-1106-D978C7D87A08}"/>
              </a:ext>
            </a:extLst>
          </p:cNvPr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Google Shape;114;p15">
            <a:extLst>
              <a:ext uri="{FF2B5EF4-FFF2-40B4-BE49-F238E27FC236}">
                <a16:creationId xmlns:a16="http://schemas.microsoft.com/office/drawing/2014/main" id="{45F38B8D-4514-11F2-6B68-BF1315E796A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9ECD02-F40B-6635-FDCE-ADDBFBD58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40105"/>
              </p:ext>
            </p:extLst>
          </p:nvPr>
        </p:nvGraphicFramePr>
        <p:xfrm>
          <a:off x="771590" y="1170000"/>
          <a:ext cx="5560000" cy="268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4265663040"/>
                    </a:ext>
                  </a:extLst>
                </a:gridCol>
                <a:gridCol w="5000000">
                  <a:extLst>
                    <a:ext uri="{9D8B030D-6E8A-4147-A177-3AD203B41FA5}">
                      <a16:colId xmlns:a16="http://schemas.microsoft.com/office/drawing/2014/main" val="3353228485"/>
                    </a:ext>
                  </a:extLst>
                </a:gridCol>
              </a:tblGrid>
              <a:tr h="268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S.no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50" b="1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 SemiBold"/>
                        </a:rPr>
                        <a:t>Agenda</a:t>
                      </a:r>
                      <a:endParaRPr lang="en-IN" sz="1050" b="0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456790"/>
                  </a:ext>
                </a:extLst>
              </a:tr>
              <a:tr h="268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Introduction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68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Grid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  <a:tr h="268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Layout Utilities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68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Content and Typography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  <a:tr h="268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Components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68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Forms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  <a:tr h="268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Helpers and Utilities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68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Icons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  <a:tr h="268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JavaScript Plugins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</a:tbl>
          </a:graphicData>
        </a:graphic>
      </p:graphicFrame>
      <p:pic>
        <p:nvPicPr>
          <p:cNvPr id="8" name="Picture 2" descr="Topics Covered Colored Icon In Powerpoint Pptx Png And Editable Eps Format  PPT PowerPoint">
            <a:extLst>
              <a:ext uri="{FF2B5EF4-FFF2-40B4-BE49-F238E27FC236}">
                <a16:creationId xmlns:a16="http://schemas.microsoft.com/office/drawing/2014/main" id="{1508F156-F14D-23C4-AFD8-634CD3B7D2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" t="15654" r="11334" b="-6352"/>
          <a:stretch>
            <a:fillRect/>
          </a:stretch>
        </p:blipFill>
        <p:spPr bwMode="auto">
          <a:xfrm>
            <a:off x="4426776" y="90096"/>
            <a:ext cx="1827288" cy="103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oogle Shape;119;p16">
            <a:extLst>
              <a:ext uri="{FF2B5EF4-FFF2-40B4-BE49-F238E27FC236}">
                <a16:creationId xmlns:a16="http://schemas.microsoft.com/office/drawing/2014/main" id="{DBA8812A-9AED-7145-1197-9A62D6C3AF38}"/>
              </a:ext>
            </a:extLst>
          </p:cNvPr>
          <p:cNvGrpSpPr/>
          <p:nvPr/>
        </p:nvGrpSpPr>
        <p:grpSpPr>
          <a:xfrm flipH="1">
            <a:off x="6168011" y="-64240"/>
            <a:ext cx="3075825" cy="2569547"/>
            <a:chOff x="0" y="-55"/>
            <a:chExt cx="3962400" cy="4869150"/>
          </a:xfrm>
        </p:grpSpPr>
        <p:sp>
          <p:nvSpPr>
            <p:cNvPr id="10" name="Google Shape;120;p16">
              <a:extLst>
                <a:ext uri="{FF2B5EF4-FFF2-40B4-BE49-F238E27FC236}">
                  <a16:creationId xmlns:a16="http://schemas.microsoft.com/office/drawing/2014/main" id="{6B801943-4BF2-4F32-22C5-CAD3D7262D0A}"/>
                </a:ext>
              </a:extLst>
            </p:cNvPr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1;p16">
              <a:extLst>
                <a:ext uri="{FF2B5EF4-FFF2-40B4-BE49-F238E27FC236}">
                  <a16:creationId xmlns:a16="http://schemas.microsoft.com/office/drawing/2014/main" id="{3419E328-7AB1-C842-D1B9-B717797AB33B}"/>
                </a:ext>
              </a:extLst>
            </p:cNvPr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2;p16">
              <a:extLst>
                <a:ext uri="{FF2B5EF4-FFF2-40B4-BE49-F238E27FC236}">
                  <a16:creationId xmlns:a16="http://schemas.microsoft.com/office/drawing/2014/main" id="{14DD40DA-9BB5-507F-D5C4-DDBF9AE65E0E}"/>
                </a:ext>
              </a:extLst>
            </p:cNvPr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Bootstrap?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Body"/>
          <p:cNvSpPr txBox="1"/>
          <p:nvPr/>
        </p:nvSpPr>
        <p:spPr>
          <a:xfrm>
            <a:off x="620000" y="1048000"/>
            <a:ext cx="415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is a free and open-source front-end framework.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provides ready-made classes, styles, and components.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Note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5 does not require jQuery.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Panel heading"/>
          <p:cNvSpPr txBox="1"/>
          <p:nvPr/>
        </p:nvSpPr>
        <p:spPr>
          <a:xfrm>
            <a:off x="5070000" y="103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Bootstrap uses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Card"/>
          <p:cNvSpPr/>
          <p:nvPr/>
        </p:nvSpPr>
        <p:spPr>
          <a:xfrm>
            <a:off x="5070000" y="136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10000" y="1415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9" name="Picture 138" descr="BsFiletypeHtml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800" y="1489800"/>
            <a:ext cx="190400" cy="19040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5070000" y="175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HTML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Card"/>
          <p:cNvSpPr/>
          <p:nvPr/>
        </p:nvSpPr>
        <p:spPr>
          <a:xfrm>
            <a:off x="6180000" y="136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520000" y="1415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3" name="Picture 142" descr="BsFiletypeCss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800" y="1489800"/>
            <a:ext cx="190400" cy="1904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6180000" y="175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CSS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Card"/>
          <p:cNvSpPr/>
          <p:nvPr/>
        </p:nvSpPr>
        <p:spPr>
          <a:xfrm>
            <a:off x="7290000" y="136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630000" y="1415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7" name="Picture 146" descr="BsFiletypeJs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4800" y="1489800"/>
            <a:ext cx="190400" cy="19040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7290000" y="175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JavaScript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Panel heading"/>
          <p:cNvSpPr txBox="1"/>
          <p:nvPr/>
        </p:nvSpPr>
        <p:spPr>
          <a:xfrm>
            <a:off x="5070000" y="206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 is used to build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Card"/>
          <p:cNvSpPr/>
          <p:nvPr/>
        </p:nvSpPr>
        <p:spPr>
          <a:xfrm>
            <a:off x="5070000" y="2390000"/>
            <a:ext cx="1575000" cy="60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5160000" y="2500000"/>
            <a:ext cx="380000" cy="38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2" name="Picture 151" descr="BsPhone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3600" y="2583600"/>
            <a:ext cx="212800" cy="212800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5570000" y="2390000"/>
            <a:ext cx="1055000" cy="60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Responsive websites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Card"/>
          <p:cNvSpPr/>
          <p:nvPr/>
        </p:nvSpPr>
        <p:spPr>
          <a:xfrm>
            <a:off x="6735000" y="2390000"/>
            <a:ext cx="1575000" cy="60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25000" y="2500000"/>
            <a:ext cx="380000" cy="38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6" name="Picture 155" descr="BsTabletLandscape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8600" y="2583600"/>
            <a:ext cx="212800" cy="212800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7235000" y="2390000"/>
            <a:ext cx="1055000" cy="60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Mobile-first layouts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Card"/>
          <p:cNvSpPr/>
          <p:nvPr/>
        </p:nvSpPr>
        <p:spPr>
          <a:xfrm>
            <a:off x="5070000" y="3080000"/>
            <a:ext cx="1575000" cy="60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160000" y="3190000"/>
            <a:ext cx="380000" cy="38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0" name="Picture 159" descr="BsWindow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3600" y="3273600"/>
            <a:ext cx="212800" cy="212800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5570000" y="3080000"/>
            <a:ext cx="1055000" cy="60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Modern user interfaces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Card"/>
          <p:cNvSpPr/>
          <p:nvPr/>
        </p:nvSpPr>
        <p:spPr>
          <a:xfrm>
            <a:off x="6735000" y="3080000"/>
            <a:ext cx="1575000" cy="60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825000" y="3190000"/>
            <a:ext cx="380000" cy="38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4" name="Picture 163" descr="BsLightning_r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8600" y="3273600"/>
            <a:ext cx="212800" cy="21280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7235000" y="3080000"/>
            <a:ext cx="1055000" cy="60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Faster web prototypes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Use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Bootstrap?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Body"/>
          <p:cNvSpPr txBox="1"/>
          <p:nvPr/>
        </p:nvSpPr>
        <p:spPr>
          <a:xfrm>
            <a:off x="620000" y="1048000"/>
            <a:ext cx="415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Benefits of Bootstrap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Easy for beginners to learn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Saves development time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Makes websites responsive automatically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Works on different screen sizes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Provides consistent design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Includes ready-made components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Has strong documentation and community support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Panel heading"/>
          <p:cNvSpPr txBox="1"/>
          <p:nvPr/>
        </p:nvSpPr>
        <p:spPr>
          <a:xfrm>
            <a:off x="5070000" y="99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Common use cases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5070000" y="1330000"/>
            <a:ext cx="3240000" cy="4600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140000" y="139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9" name="Picture 138" descr="BsLayoutTextWindow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800" y="1464800"/>
            <a:ext cx="190400" cy="19040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5540000" y="1320000"/>
            <a:ext cx="2740000" cy="48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Landing pages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5140000" y="187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2" name="Picture 141" descr="BsSpeedometer2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800" y="1944800"/>
            <a:ext cx="190400" cy="19040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5540000" y="1800000"/>
            <a:ext cx="2740000" cy="48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Admin dashboards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5070000" y="2290000"/>
            <a:ext cx="3240000" cy="4600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140000" y="235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6" name="Picture 145" descr="BsBriefcas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800" y="2424800"/>
            <a:ext cx="190400" cy="1904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5540000" y="2280000"/>
            <a:ext cx="2740000" cy="48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Portfolio websites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5140000" y="283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9" name="Picture 148" descr="BsUiChecks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4800" y="2904800"/>
            <a:ext cx="190400" cy="19040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5540000" y="2760000"/>
            <a:ext cx="2740000" cy="48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Rounded Rectangle 150"/>
          <p:cNvSpPr/>
          <p:nvPr/>
        </p:nvSpPr>
        <p:spPr>
          <a:xfrm>
            <a:off x="5070000" y="3250000"/>
            <a:ext cx="3240000" cy="4600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5140000" y="331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" name="Picture 152" descr="BsBuilding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4800" y="3384800"/>
            <a:ext cx="190400" cy="190400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5540000" y="3240000"/>
            <a:ext cx="2740000" cy="48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Business websites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Title"/>
          <p:cNvSpPr txBox="1"/>
          <p:nvPr/>
        </p:nvSpPr>
        <p:spPr>
          <a:xfrm>
            <a:off x="675600" y="520000"/>
            <a:ext cx="415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Adding Bootstrap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 a Project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Body"/>
          <p:cNvSpPr txBox="1"/>
          <p:nvPr/>
        </p:nvSpPr>
        <p:spPr>
          <a:xfrm>
            <a:off x="620000" y="1383000"/>
            <a:ext cx="415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You can add Bootstrap in three main ways.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 learning, use CDN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You need: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CSS file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JavaScript bundle file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Panel heading"/>
          <p:cNvSpPr txBox="1"/>
          <p:nvPr/>
        </p:nvSpPr>
        <p:spPr>
          <a:xfrm>
            <a:off x="5070000" y="105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Three ways to add Bootstrap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5070000" y="1390000"/>
            <a:ext cx="3240000" cy="7400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140000" y="159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9" name="Picture 138" descr="BsCloudDownload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800" y="1664800"/>
            <a:ext cx="190400" cy="19040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5540000" y="1380000"/>
            <a:ext cx="2740000" cy="76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CDN Link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Best for beginners and quick practice.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5140000" y="235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2" name="Picture 141" descr="BsBoxSeam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800" y="2424800"/>
            <a:ext cx="190400" cy="19040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5540000" y="2140000"/>
            <a:ext cx="2740000" cy="76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Downloaded Files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Store Bootstrap CSS and JS files in your project.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5070000" y="2910000"/>
            <a:ext cx="3240000" cy="7400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140000" y="311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6" name="Picture 145" descr="BsTerminal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800" y="3184800"/>
            <a:ext cx="190400" cy="19040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5540000" y="2900000"/>
            <a:ext cx="2740000" cy="76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Package Managers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Install using npm, yarn, or similar tools.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01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01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Basic Bootstrap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Starter Template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01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 basic Bootstrap page links the CSS in the head and loads the JavaScript bundle before the closing body tag.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Important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The viewport meta tag is required for responsive design.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3750000" y="500000"/>
            <a:ext cx="4900000" cy="34443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87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99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11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3810000" y="750000"/>
            <a:ext cx="4780000" cy="31543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&lt;html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lang=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&lt;head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&lt;meta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charset=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&lt;meta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name=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"viewport"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content=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"width=device-width, initial-scale=1"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&lt;title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My First Bootstrap Page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&lt;/title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&lt;link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href=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"https://cdn.jsdelivr.net/npm/bootstrap@5.3.3/dist/css/bootstrap.min.css"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rel=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&lt;/head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&lt;body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&lt;h1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Hello, Bootstrap!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&lt;/h1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&lt;script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src=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"https://cdn.jsdelivr.net/npm/bootstrap@5.3.3/dist/js/bootstrap.bundle.min.js"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&lt;/body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&lt;/html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5;p15">
            <a:extLst>
              <a:ext uri="{FF2B5EF4-FFF2-40B4-BE49-F238E27FC236}">
                <a16:creationId xmlns:a16="http://schemas.microsoft.com/office/drawing/2014/main" id="{37704251-34F5-613C-5E3B-94145DB0E1FA}"/>
              </a:ext>
            </a:extLst>
          </p:cNvPr>
          <p:cNvSpPr txBox="1"/>
          <p:nvPr/>
        </p:nvSpPr>
        <p:spPr>
          <a:xfrm>
            <a:off x="712771" y="301857"/>
            <a:ext cx="4111990" cy="60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/>
              <a:buNone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Screen </a:t>
            </a:r>
            <a:r>
              <a:rPr lang="en" sz="2600" b="1" i="0" u="none" strike="noStrike" cap="none" dirty="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Breakpoints</a:t>
            </a:r>
            <a:endParaRPr sz="137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0;p15" title="Untitled-1-07.png">
            <a:extLst>
              <a:ext uri="{FF2B5EF4-FFF2-40B4-BE49-F238E27FC236}">
                <a16:creationId xmlns:a16="http://schemas.microsoft.com/office/drawing/2014/main" id="{C3B7E3F1-D37B-2646-9BB6-E571C4C712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1;p15" title="powerd by.png">
            <a:extLst>
              <a:ext uri="{FF2B5EF4-FFF2-40B4-BE49-F238E27FC236}">
                <a16:creationId xmlns:a16="http://schemas.microsoft.com/office/drawing/2014/main" id="{CA76EB78-E3B8-F90F-90C7-6589A8D97E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2;p15">
            <a:extLst>
              <a:ext uri="{FF2B5EF4-FFF2-40B4-BE49-F238E27FC236}">
                <a16:creationId xmlns:a16="http://schemas.microsoft.com/office/drawing/2014/main" id="{A1FA0073-F414-E725-1106-D978C7D87A08}"/>
              </a:ext>
            </a:extLst>
          </p:cNvPr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Google Shape;114;p15">
            <a:extLst>
              <a:ext uri="{FF2B5EF4-FFF2-40B4-BE49-F238E27FC236}">
                <a16:creationId xmlns:a16="http://schemas.microsoft.com/office/drawing/2014/main" id="{45F38B8D-4514-11F2-6B68-BF1315E796A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9ECD02-F40B-6635-FDCE-ADDBFBD58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40105"/>
              </p:ext>
            </p:extLst>
          </p:nvPr>
        </p:nvGraphicFramePr>
        <p:xfrm>
          <a:off x="771590" y="1700000"/>
          <a:ext cx="5100000" cy="1855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4265663040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3353228485"/>
                    </a:ext>
                  </a:extLst>
                </a:gridCol>
              </a:tblGrid>
              <a:tr h="265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Breakpoint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50" b="1" u="none" strike="noStrike" cap="none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Poppins SemiBold"/>
                        </a:rPr>
                        <a:t>Screen Width</a:t>
                      </a:r>
                      <a:endParaRPr lang="en-IN" sz="1050" b="0" i="0" u="none" strike="noStrike" cap="none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5456790"/>
                  </a:ext>
                </a:extLst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Extra small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Less than 576px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576px and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768px and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992px and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xl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1200px and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746094"/>
                  </a:ext>
                </a:extLst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xxl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5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Arial"/>
                        </a:rPr>
                        <a:t>1400px and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700723"/>
                  </a:ext>
                </a:extLst>
              </a:tr>
            </a:tbl>
          </a:graphicData>
        </a:graphic>
      </p:graphicFrame>
      <p:pic>
        <p:nvPicPr>
          <p:cNvPr id="8" name="Picture 2" descr="Topics Covered Colored Icon In Powerpoint Pptx Png And Editable Eps Format  PPT PowerPoint">
            <a:extLst>
              <a:ext uri="{FF2B5EF4-FFF2-40B4-BE49-F238E27FC236}">
                <a16:creationId xmlns:a16="http://schemas.microsoft.com/office/drawing/2014/main" id="{1508F156-F14D-23C4-AFD8-634CD3B7D2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" t="15654" r="11334" b="-6352"/>
          <a:stretch>
            <a:fillRect/>
          </a:stretch>
        </p:blipFill>
        <p:spPr bwMode="auto">
          <a:xfrm>
            <a:off x="4426776" y="90096"/>
            <a:ext cx="1827288" cy="103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oogle Shape;119;p16">
            <a:extLst>
              <a:ext uri="{FF2B5EF4-FFF2-40B4-BE49-F238E27FC236}">
                <a16:creationId xmlns:a16="http://schemas.microsoft.com/office/drawing/2014/main" id="{DBA8812A-9AED-7145-1197-9A62D6C3AF38}"/>
              </a:ext>
            </a:extLst>
          </p:cNvPr>
          <p:cNvGrpSpPr/>
          <p:nvPr/>
        </p:nvGrpSpPr>
        <p:grpSpPr>
          <a:xfrm flipH="1">
            <a:off x="6168011" y="-64240"/>
            <a:ext cx="3075825" cy="2569547"/>
            <a:chOff x="0" y="-55"/>
            <a:chExt cx="3962400" cy="4869150"/>
          </a:xfrm>
        </p:grpSpPr>
        <p:sp>
          <p:nvSpPr>
            <p:cNvPr id="10" name="Google Shape;120;p16">
              <a:extLst>
                <a:ext uri="{FF2B5EF4-FFF2-40B4-BE49-F238E27FC236}">
                  <a16:creationId xmlns:a16="http://schemas.microsoft.com/office/drawing/2014/main" id="{6B801943-4BF2-4F32-22C5-CAD3D7262D0A}"/>
                </a:ext>
              </a:extLst>
            </p:cNvPr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1;p16">
              <a:extLst>
                <a:ext uri="{FF2B5EF4-FFF2-40B4-BE49-F238E27FC236}">
                  <a16:creationId xmlns:a16="http://schemas.microsoft.com/office/drawing/2014/main" id="{3419E328-7AB1-C842-D1B9-B717797AB33B}"/>
                </a:ext>
              </a:extLst>
            </p:cNvPr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2;p16">
              <a:extLst>
                <a:ext uri="{FF2B5EF4-FFF2-40B4-BE49-F238E27FC236}">
                  <a16:creationId xmlns:a16="http://schemas.microsoft.com/office/drawing/2014/main" id="{14DD40DA-9BB5-507F-D5C4-DDBF9AE65E0E}"/>
                </a:ext>
              </a:extLst>
            </p:cNvPr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Intro"/>
          <p:cNvSpPr txBox="1"/>
          <p:nvPr/>
        </p:nvSpPr>
        <p:spPr>
          <a:xfrm>
            <a:off x="700000" y="900000"/>
            <a:ext cx="5300000" cy="7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Responsive design means the website adjusts to different screen sizes. Bootstrap follows a mobile-first approach.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Closing"/>
          <p:cNvSpPr txBox="1"/>
          <p:nvPr/>
        </p:nvSpPr>
        <p:spPr>
          <a:xfrm>
            <a:off x="700000" y="3600000"/>
            <a:ext cx="5300000" cy="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These breakpoints help control layout on mobile, tablet, laptop, and desktop screens.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Grid System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Title"/>
          <p:cNvSpPr txBox="1"/>
          <p:nvPr/>
        </p:nvSpPr>
        <p:spPr>
          <a:xfrm>
            <a:off x="675600" y="520000"/>
            <a:ext cx="415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Bootstrap Grid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Overview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Body"/>
          <p:cNvSpPr txBox="1"/>
          <p:nvPr/>
        </p:nvSpPr>
        <p:spPr>
          <a:xfrm>
            <a:off x="620000" y="1383000"/>
            <a:ext cx="415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The Bootstrap Grid System is used to create page layouts.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 is based on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Containers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Rows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Columns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uses a 12-column layout.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The grid helps arrange content responsively.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Panel heading"/>
          <p:cNvSpPr txBox="1"/>
          <p:nvPr/>
        </p:nvSpPr>
        <p:spPr>
          <a:xfrm>
            <a:off x="5070000" y="79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12-column layout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507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07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534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34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561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61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588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8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615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15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642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42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669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69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696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96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723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23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Rectangle 154"/>
          <p:cNvSpPr/>
          <p:nvPr/>
        </p:nvSpPr>
        <p:spPr>
          <a:xfrm>
            <a:off x="750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50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777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77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Rectangle 158"/>
          <p:cNvSpPr/>
          <p:nvPr/>
        </p:nvSpPr>
        <p:spPr>
          <a:xfrm>
            <a:off x="8048000" y="1120000"/>
            <a:ext cx="254000" cy="300000"/>
          </a:xfrm>
          <a:prstGeom prst="rect">
            <a:avLst/>
          </a:prstGeom>
          <a:solidFill>
            <a:srgbClr val="D6E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040000" y="1120000"/>
            <a:ext cx="27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5070000" y="1500000"/>
            <a:ext cx="3240000" cy="2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col-12 = full width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5078000" y="1690000"/>
            <a:ext cx="3224000" cy="280000"/>
          </a:xfrm>
          <a:prstGeom prst="rect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070000" y="1690000"/>
            <a:ext cx="3240000" cy="28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col-12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5070000" y="2060000"/>
            <a:ext cx="3240000" cy="2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col-6 = half width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5078000" y="2250000"/>
            <a:ext cx="1604000" cy="2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070000" y="2250000"/>
            <a:ext cx="1620000" cy="28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col-6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6698000" y="2250000"/>
            <a:ext cx="1604000" cy="280000"/>
          </a:xfrm>
          <a:prstGeom prst="rect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690000" y="2250000"/>
            <a:ext cx="1620000" cy="28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col-6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5070000" y="2620000"/>
            <a:ext cx="3240000" cy="2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col-4 = one-third width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5078000" y="2810000"/>
            <a:ext cx="1064000" cy="280000"/>
          </a:xfrm>
          <a:prstGeom prst="rect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070000" y="2810000"/>
            <a:ext cx="1080000" cy="28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col-4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6158000" y="2810000"/>
            <a:ext cx="1064000" cy="2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150000" y="2810000"/>
            <a:ext cx="1080000" cy="28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col-4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Rectangle 173"/>
          <p:cNvSpPr/>
          <p:nvPr/>
        </p:nvSpPr>
        <p:spPr>
          <a:xfrm>
            <a:off x="7238000" y="2810000"/>
            <a:ext cx="1064000" cy="280000"/>
          </a:xfrm>
          <a:prstGeom prst="rect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230000" y="2810000"/>
            <a:ext cx="1080000" cy="28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col-4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070000" y="3180000"/>
            <a:ext cx="3240000" cy="2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col-3 = one-fourth width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Rectangle 176"/>
          <p:cNvSpPr/>
          <p:nvPr/>
        </p:nvSpPr>
        <p:spPr>
          <a:xfrm>
            <a:off x="5078000" y="3370000"/>
            <a:ext cx="794000" cy="2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070000" y="3370000"/>
            <a:ext cx="810000" cy="28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col-3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5888000" y="3370000"/>
            <a:ext cx="794000" cy="280000"/>
          </a:xfrm>
          <a:prstGeom prst="rect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880000" y="3370000"/>
            <a:ext cx="810000" cy="28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col-3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6698000" y="3370000"/>
            <a:ext cx="794000" cy="2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690000" y="3370000"/>
            <a:ext cx="810000" cy="28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col-3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7508000" y="3370000"/>
            <a:ext cx="794000" cy="280000"/>
          </a:xfrm>
          <a:prstGeom prst="rect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500000" y="3370000"/>
            <a:ext cx="810000" cy="28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col-3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Grid System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Containers, Rows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and Columns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Basic grid structure: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Important classes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.container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fixed-width centered container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.container-fluid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full-width container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.row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holds columns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.col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automatic-width column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Rule: columns should be placed inside rows.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24537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21637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"container"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"row"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 Column 1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 Column 2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Grid System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Column Width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grid is based on 12 columns.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.col-4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4/12 width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.col-8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8/12 width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.col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for automatic equal columns, or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.col-*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for defined widths.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34443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31543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Automatic equal columns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"row"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One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Two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Three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Defined column widths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"row"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"col-4"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4 columns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"col-8"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8 columns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Grid System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Responsive Grid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Columns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Columns can change based on screen size.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Meaning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col-12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full width on mobile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col-md-6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half width on medium screens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col-lg-4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one-third width on large screens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Useful for responsive card layouts, galleries, and forms.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14631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11731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"row"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"col-12 col-md-6 col-lg-4"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Content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Grid System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Grid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Utilities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048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Utilities control spacing, alignment, and column position.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Common gutter classes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.g-0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.g-1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.g-2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.g-3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.gx-2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.gy-4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19584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16684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Gutters: spacing between columns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"row g-3"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Offset columns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"col-md-6 offset-md-3"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Column ordering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 order-2"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Layout Utilities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Display and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Visibility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Body"/>
          <p:cNvSpPr txBox="1"/>
          <p:nvPr/>
        </p:nvSpPr>
        <p:spPr>
          <a:xfrm>
            <a:off x="620000" y="1048000"/>
            <a:ext cx="415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Display utilities control how elements appear.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Common classes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.d-none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hide element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.d-block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display as block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.d-inline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display as inline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.d-inline-block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.d-flex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flex container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.d-grid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grid container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Panel heading"/>
          <p:cNvSpPr txBox="1"/>
          <p:nvPr/>
        </p:nvSpPr>
        <p:spPr>
          <a:xfrm>
            <a:off x="5070000" y="10825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Responsive display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5070000" y="1420500"/>
            <a:ext cx="324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100000" y="1412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.d-md-none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6300000" y="1412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Hidden on medium and above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5100000" y="1677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.d-lg-flex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6300000" y="1677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Flex on large and above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Panel heading"/>
          <p:cNvSpPr txBox="1"/>
          <p:nvPr/>
        </p:nvSpPr>
        <p:spPr>
          <a:xfrm>
            <a:off x="5070000" y="20025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Visibility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5070000" y="2340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070000" y="2332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.visible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Rounded Rectangle 144"/>
          <p:cNvSpPr/>
          <p:nvPr/>
        </p:nvSpPr>
        <p:spPr>
          <a:xfrm>
            <a:off x="6720000" y="2340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720000" y="2332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.invisible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Panel heading"/>
          <p:cNvSpPr txBox="1"/>
          <p:nvPr/>
        </p:nvSpPr>
        <p:spPr>
          <a:xfrm>
            <a:off x="5070000" y="26575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Show or hide by screen size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Card"/>
          <p:cNvSpPr/>
          <p:nvPr/>
        </p:nvSpPr>
        <p:spPr>
          <a:xfrm>
            <a:off x="5070000" y="29875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410000" y="30425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0" name="Picture 149" descr="BsPhon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800" y="3117300"/>
            <a:ext cx="190400" cy="19040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5070000" y="33825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Mobile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Card"/>
          <p:cNvSpPr/>
          <p:nvPr/>
        </p:nvSpPr>
        <p:spPr>
          <a:xfrm>
            <a:off x="6180000" y="29875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520000" y="30425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" name="Picture 153" descr="BsTabletLandscap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800" y="3117300"/>
            <a:ext cx="190400" cy="1904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6180000" y="33825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Tablet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Card"/>
          <p:cNvSpPr/>
          <p:nvPr/>
        </p:nvSpPr>
        <p:spPr>
          <a:xfrm>
            <a:off x="7290000" y="29875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630000" y="30425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8" name="Picture 157" descr="BsLaptop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4800" y="3117300"/>
            <a:ext cx="190400" cy="190400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7290000" y="33825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Desktop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Layout Utilities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Flexbox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Utilities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048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Flexbox utilities help align and arrange elements.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Useful flex utilities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.flex-row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.flex-column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.justify-content-center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.justify-content-between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.align-items-center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.flex-wrap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.gap-3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Very useful for navbars, cards, buttons, and form layouts.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17933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15033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"d-flex"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class="d-flex justify-content-center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align-items-center gap-3"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Item 1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Item 2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Layout Utilities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Spacing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Utilities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Body"/>
          <p:cNvSpPr txBox="1"/>
          <p:nvPr/>
        </p:nvSpPr>
        <p:spPr>
          <a:xfrm>
            <a:off x="620000" y="1048000"/>
            <a:ext cx="415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Spacing utilities control margin and padding.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Format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property-side-size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Spacing sizes usually range from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Panel heading"/>
          <p:cNvSpPr txBox="1"/>
          <p:nvPr/>
        </p:nvSpPr>
        <p:spPr>
          <a:xfrm>
            <a:off x="5070000" y="9975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5070000" y="1335500"/>
            <a:ext cx="324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100000" y="1327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.m-3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6300000" y="1327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margin on all sides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5100000" y="1592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.mt-2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6300000" y="1592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margin top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5070000" y="1865500"/>
            <a:ext cx="324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100000" y="1857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.mb-4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6300000" y="1857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margin bottom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5100000" y="2122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.ms-2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300000" y="2122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margin start / left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5070000" y="2395500"/>
            <a:ext cx="324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100000" y="2387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.me-2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6300000" y="2387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margin end / right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5100000" y="2652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.mx-auto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6300000" y="2652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horizontal centering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5070000" y="2925500"/>
            <a:ext cx="324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100000" y="2917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.p-3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6300000" y="2917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padding on all sides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5100000" y="3182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.px-2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6300000" y="3182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padding left and right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Rounded Rectangle 156"/>
          <p:cNvSpPr/>
          <p:nvPr/>
        </p:nvSpPr>
        <p:spPr>
          <a:xfrm>
            <a:off x="5070000" y="3455500"/>
            <a:ext cx="324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100000" y="3447500"/>
            <a:ext cx="1250000" cy="265000"/>
          </a:xfrm>
          <a:prstGeom prst="rect">
            <a:avLst/>
          </a:prstGeom>
          <a:noFill/>
        </p:spPr>
        <p:txBody>
          <a:bodyPr spcFirstLastPara="1" wrap="square" lIns="4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.py-4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6300000" y="3447500"/>
            <a:ext cx="1980000" cy="265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padding top and bottom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Layout Utilities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Sizing and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Position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Body"/>
          <p:cNvSpPr txBox="1"/>
          <p:nvPr/>
        </p:nvSpPr>
        <p:spPr>
          <a:xfrm>
            <a:off x="620000" y="1048000"/>
            <a:ext cx="415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These utilities help control element size and placement.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Sizing utilities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.w-25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width 25%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.w-50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width 50%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.w-75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width 75%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.w-100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width 100%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.h-100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height 100%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.vh-100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viewport height 100%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Panel heading"/>
          <p:cNvSpPr txBox="1"/>
          <p:nvPr/>
        </p:nvSpPr>
        <p:spPr>
          <a:xfrm>
            <a:off x="5070000" y="13325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Position utilities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Rounded Rectangle 136"/>
          <p:cNvSpPr/>
          <p:nvPr/>
        </p:nvSpPr>
        <p:spPr>
          <a:xfrm>
            <a:off x="5070000" y="1670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070000" y="1662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.position-static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6720000" y="1670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20000" y="1662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.position-relative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Rounded Rectangle 140"/>
          <p:cNvSpPr/>
          <p:nvPr/>
        </p:nvSpPr>
        <p:spPr>
          <a:xfrm>
            <a:off x="5070000" y="1935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070000" y="1927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.position-absolute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6720000" y="1935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720000" y="1927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.position-fixed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Rounded Rectangle 144"/>
          <p:cNvSpPr/>
          <p:nvPr/>
        </p:nvSpPr>
        <p:spPr>
          <a:xfrm>
            <a:off x="5070000" y="2200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070000" y="2192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.position-sticky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Panel heading"/>
          <p:cNvSpPr txBox="1"/>
          <p:nvPr/>
        </p:nvSpPr>
        <p:spPr>
          <a:xfrm>
            <a:off x="5070000" y="25175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Position helpers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5070000" y="2855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070000" y="2847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.top-0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6720000" y="2855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720000" y="2847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.bottom-0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5070000" y="3120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070000" y="3112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.start-0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Rounded Rectangle 153"/>
          <p:cNvSpPr/>
          <p:nvPr/>
        </p:nvSpPr>
        <p:spPr>
          <a:xfrm>
            <a:off x="6720000" y="3120500"/>
            <a:ext cx="1590000" cy="249000"/>
          </a:xfrm>
          <a:prstGeom prst="roundRect">
            <a:avLst>
              <a:gd name="adj" fmla="val 2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720000" y="3112500"/>
            <a:ext cx="1590000" cy="265000"/>
          </a:xfrm>
          <a:prstGeom prst="rect">
            <a:avLst/>
          </a:prstGeom>
          <a:noFill/>
        </p:spPr>
        <p:txBody>
          <a:bodyPr spcFirstLastPara="1" wrap="square" lIns="7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.end-0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and Typography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Content and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Typography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provides default styling for text.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Text styles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.lead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emphasized paragraph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.text-muted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light text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.fw-bold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bold text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.fst-italic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italic text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.small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smaller text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.text-center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.text-uppercase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.text-decoration-underline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17933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15033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Headings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&lt;h1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Heading 1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&lt;/h1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&lt;h2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Heading 2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&lt;/h2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&lt;h3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Heading 3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&lt;/h3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Display headings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&lt;h1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"display-4"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Big Title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&lt;/h1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and Typography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Lists, Images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and Tables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Lists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.list-unstyled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.list-inline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.img-fluid</a:t>
            </a:r>
            <a:r>
              <a:rPr lang="en" sz="10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= responsive image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.rounded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.img-thumbnail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.table</a:t>
            </a:r>
            <a:r>
              <a:rPr lang="en" sz="10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.table-striped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.table-bordered</a:t>
            </a:r>
            <a:r>
              <a:rPr lang="en" sz="10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.table-hover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.table-responsive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17933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15033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Images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&lt;img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src=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"image.jpg"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"img-fluid rounded"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alt=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"Sample"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Tables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&lt;table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"table table-striped table-bordered"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Components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Components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Overview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Body"/>
          <p:cNvSpPr txBox="1"/>
          <p:nvPr/>
        </p:nvSpPr>
        <p:spPr>
          <a:xfrm>
            <a:off x="620000" y="1048000"/>
            <a:ext cx="415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Components are ready-made UI elements.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Components help build consistent user interfaces quickly.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They usually require only simple HTML classes.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Panel heading"/>
          <p:cNvSpPr txBox="1"/>
          <p:nvPr/>
        </p:nvSpPr>
        <p:spPr>
          <a:xfrm>
            <a:off x="5070000" y="775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Common Bootstrap components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Card"/>
          <p:cNvSpPr/>
          <p:nvPr/>
        </p:nvSpPr>
        <p:spPr>
          <a:xfrm>
            <a:off x="5070000" y="110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10000" y="116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9" name="Picture 138" descr="BsCheck2Squar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800" y="1234800"/>
            <a:ext cx="190400" cy="19040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5070000" y="150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Buttons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Card"/>
          <p:cNvSpPr/>
          <p:nvPr/>
        </p:nvSpPr>
        <p:spPr>
          <a:xfrm>
            <a:off x="6180000" y="110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520000" y="116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3" name="Picture 142" descr="BsTag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800" y="1234800"/>
            <a:ext cx="190400" cy="1904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6180000" y="150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Badges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Card"/>
          <p:cNvSpPr/>
          <p:nvPr/>
        </p:nvSpPr>
        <p:spPr>
          <a:xfrm>
            <a:off x="7290000" y="110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630000" y="116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7" name="Picture 146" descr="BsExclamationTriangl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4800" y="1234800"/>
            <a:ext cx="190400" cy="19040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7290000" y="150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Alerts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Card"/>
          <p:cNvSpPr/>
          <p:nvPr/>
        </p:nvSpPr>
        <p:spPr>
          <a:xfrm>
            <a:off x="5070000" y="183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410000" y="189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1" name="Picture 150" descr="BsCardText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4800" y="1964800"/>
            <a:ext cx="190400" cy="1904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5070000" y="223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Cards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Card"/>
          <p:cNvSpPr/>
          <p:nvPr/>
        </p:nvSpPr>
        <p:spPr>
          <a:xfrm>
            <a:off x="6180000" y="183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520000" y="189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5" name="Picture 154" descr="BsMenuButtonWide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4800" y="1964800"/>
            <a:ext cx="190400" cy="19040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180000" y="223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Navbars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Card"/>
          <p:cNvSpPr/>
          <p:nvPr/>
        </p:nvSpPr>
        <p:spPr>
          <a:xfrm>
            <a:off x="7290000" y="183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630000" y="189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9" name="Picture 158" descr="BsChevronDown_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4800" y="1964800"/>
            <a:ext cx="190400" cy="19040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7290000" y="223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Dropdowns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Card"/>
          <p:cNvSpPr/>
          <p:nvPr/>
        </p:nvSpPr>
        <p:spPr>
          <a:xfrm>
            <a:off x="5070000" y="256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410000" y="262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3" name="Picture 162" descr="BsWindow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4800" y="2694800"/>
            <a:ext cx="190400" cy="19040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5070000" y="296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Modals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Card"/>
          <p:cNvSpPr/>
          <p:nvPr/>
        </p:nvSpPr>
        <p:spPr>
          <a:xfrm>
            <a:off x="6180000" y="256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20000" y="262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7" name="Picture 166" descr="BsBarChart_r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4800" y="2694800"/>
            <a:ext cx="190400" cy="19040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6180000" y="296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Progress bars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Card"/>
          <p:cNvSpPr/>
          <p:nvPr/>
        </p:nvSpPr>
        <p:spPr>
          <a:xfrm>
            <a:off x="7290000" y="256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630000" y="262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1" name="Picture 170" descr="BsHourglassSplit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04800" y="2694800"/>
            <a:ext cx="190400" cy="190400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7290000" y="296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Spinners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Card"/>
          <p:cNvSpPr/>
          <p:nvPr/>
        </p:nvSpPr>
        <p:spPr>
          <a:xfrm>
            <a:off x="5070000" y="329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5410000" y="335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5" name="Picture 174" descr="BsChatDots_r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4800" y="3424800"/>
            <a:ext cx="190400" cy="19040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5070000" y="369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Tooltips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Card"/>
          <p:cNvSpPr/>
          <p:nvPr/>
        </p:nvSpPr>
        <p:spPr>
          <a:xfrm>
            <a:off x="6180000" y="3295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6520000" y="335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9" name="Picture 178" descr="BsBell_blu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4800" y="3424800"/>
            <a:ext cx="190400" cy="19040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6180000" y="3690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Toasts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Components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Buttons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and Badges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Buttons and badges are commonly used in forms, menus, notifications, and cards.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3134787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2844787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Buttons --&gt;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5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btn-primary"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Primary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5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btn-success"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Success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5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btn-danger"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Danger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5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btn-outline-secondary"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Outline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Button sizes --&gt;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5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 btn-lg"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Large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5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 btn-sm"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Small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Badges --&gt;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&lt;span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5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"badge text-bg-primary"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&lt;/span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&lt;span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5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"badge text-bg-danger"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5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&lt;/span</a:t>
            </a:r>
            <a:r>
              <a:rPr lang="en" sz="95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Preview heading"/>
          <p:cNvSpPr txBox="1"/>
          <p:nvPr/>
        </p:nvSpPr>
        <p:spPr>
          <a:xfrm>
            <a:off x="620000" y="2850000"/>
            <a:ext cx="3000000" cy="25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Preview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700000" y="3150000"/>
            <a:ext cx="760000" cy="290000"/>
          </a:xfrm>
          <a:prstGeom prst="roundRect">
            <a:avLst>
              <a:gd name="adj" fmla="val 20000"/>
            </a:avLst>
          </a:prstGeom>
          <a:solidFill>
            <a:srgbClr val="0D6EF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Primary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1530000" y="3150000"/>
            <a:ext cx="760000" cy="290000"/>
          </a:xfrm>
          <a:prstGeom prst="roundRect">
            <a:avLst>
              <a:gd name="adj" fmla="val 20000"/>
            </a:avLst>
          </a:prstGeom>
          <a:solidFill>
            <a:srgbClr val="19875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Success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2360000" y="3150000"/>
            <a:ext cx="760000" cy="2900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Danger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190000" y="3150000"/>
            <a:ext cx="760000" cy="29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6C757D"/>
                </a:solidFill>
                <a:latin typeface="Roboto"/>
                <a:ea typeface="Roboto"/>
                <a:cs typeface="Roboto"/>
                <a:sym typeface="Roboto"/>
              </a:rPr>
              <a:t>Outline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700000" y="3550000"/>
            <a:ext cx="480000" cy="230000"/>
          </a:xfrm>
          <a:prstGeom prst="roundRect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1260000" y="3550000"/>
            <a:ext cx="320000" cy="230000"/>
          </a:xfrm>
          <a:prstGeom prst="roundRect">
            <a:avLst>
              <a:gd name="adj" fmla="val 50000"/>
            </a:avLst>
          </a:prstGeom>
          <a:solidFill>
            <a:srgbClr val="DC354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Components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Cards, Alerts,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Progress, Spinners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Four ready-made components, each built with a few simple classes.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370000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341000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Card --&gt;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"card"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"card-body"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&lt;h5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"card-title"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Card Title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&lt;/h5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&lt;p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"card-text"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Card content goes here.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&lt;/p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Alert --&gt;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"alert alert-success"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Operation successful.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Progress bar --&gt;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"progress"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"progress-bar w-50"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Spinner --&gt;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9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"spinner-border"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700000" y="1950000"/>
            <a:ext cx="3000000" cy="7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5" name="Card text"/>
          <p:cNvSpPr txBox="1"/>
          <p:nvPr/>
        </p:nvSpPr>
        <p:spPr>
          <a:xfrm>
            <a:off x="760000" y="2010000"/>
            <a:ext cx="2880000" cy="65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Card Title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Card content goes here.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700000" y="2850000"/>
            <a:ext cx="3000000" cy="320000"/>
          </a:xfrm>
          <a:prstGeom prst="roundRect">
            <a:avLst>
              <a:gd name="adj" fmla="val 15000"/>
            </a:avLst>
          </a:prstGeom>
          <a:solidFill>
            <a:srgbClr val="D1E7DD"/>
          </a:solidFill>
          <a:ln w="9525">
            <a:solidFill>
              <a:srgbClr val="BADBCC"/>
            </a:solidFill>
          </a:ln>
        </p:spPr>
        <p:txBody>
          <a:bodyPr spcFirstLastPara="1" wrap="square" lIns="1200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0F5132"/>
                </a:solidFill>
                <a:latin typeface="Roboto"/>
                <a:ea typeface="Roboto"/>
                <a:cs typeface="Roboto"/>
                <a:sym typeface="Roboto"/>
              </a:rPr>
              <a:t>Operation successful.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700000" y="3290000"/>
            <a:ext cx="3000000" cy="170000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700000" y="3290000"/>
            <a:ext cx="1500000" cy="170000"/>
          </a:xfrm>
          <a:prstGeom prst="roundRect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Donut 128"/>
          <p:cNvSpPr/>
          <p:nvPr/>
        </p:nvSpPr>
        <p:spPr>
          <a:xfrm>
            <a:off x="700000" y="3590000"/>
            <a:ext cx="300000" cy="300000"/>
          </a:xfrm>
          <a:prstGeom prst="donut">
            <a:avLst>
              <a:gd name="adj" fmla="val 18000"/>
            </a:avLst>
          </a:prstGeom>
          <a:solidFill>
            <a:srgbClr val="0D6E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80000" y="3590000"/>
            <a:ext cx="2500000" cy="30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Spinner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Components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Navbar and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Navigation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Useful navbar classes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.navbar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.navbar-expand-lg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.navbar-brand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.nav-link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.navbar-toggler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.collapse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.navbar-collapse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Other navigation components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.nav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.nav-tabs</a:t>
            </a: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.nav-pills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.pagination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.breadcrumb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17933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15033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&lt;nav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"navbar navbar-expand-lg bg-body-tertiary"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"container-fluid"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&lt;a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"navbar-brand"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href=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"#"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My Website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&lt;/a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&lt;/nav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Forms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Forms: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Basic Controls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makes forms clean and responsive.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Common form classes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.form-label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.form-control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.form-text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.mb-3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Always use labels for accessibility.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32792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29892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&lt;form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"form-label"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&lt;/label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type=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"email"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"form-label"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&lt;/label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type=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"password"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Submit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&lt;/form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1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Forms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1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 Controls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and Layout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1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Building blocks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.form-check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for checkboxes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.form-select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for select menus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.row g-3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.col-md-6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for form grid layout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3900000" y="500000"/>
            <a:ext cx="4750000" cy="370000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0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1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2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3960000" y="750000"/>
            <a:ext cx="4630000" cy="341000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Checkbox --&gt;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"form-check"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"form-check-input"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type=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"checkbox"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id=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"agree"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"form-check-label"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for=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"agree"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I agree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&lt;/label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Select menu --&gt;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&lt;select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"form-select"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&lt;option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selected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Choose option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&lt;/option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&lt;option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value=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"1"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Option 1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&lt;/option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&lt;/select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Form grid layout --&gt;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&lt;form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"row g-3"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"col-md-6"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placeholder=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"First name"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"col-md-6"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placeholder=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"Last name"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&lt;/form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Forms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Validation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048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provides visual validation styles.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Validation classes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.is-valid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.is-invalid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.valid-feedback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.invalid-feedback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.was-validated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Front-end validation improves user experience, but server-side validation is still required.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31141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28241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&lt;form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"was-validated"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"mb-3"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&lt;label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"form-label"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&lt;/label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&lt;input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type=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"form-control"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required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"invalid-feedback"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 Please enter a username.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Submit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&lt;/form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Helpers and Utilities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Helpers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and Utilities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5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Helpers and utilities reduce the need for custom CSS.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Other useful helpers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.ratio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.stretched-link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.clearfix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.vr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.text-bg-success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.bg-light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.user-select-none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4300000" y="500000"/>
            <a:ext cx="4350000" cy="27839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5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6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4360000" y="750000"/>
            <a:ext cx="4230000" cy="24939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Borders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"border p-3"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Bordered box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Shadows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"shadow p-3"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Box with shadow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Rounded corners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"rounded p-3"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Rounded box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&lt;/div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Text truncation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&lt;p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"text-truncate"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This long text will be truncated if needed.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&lt;/p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1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Icons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1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Bootstrap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Icons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048000"/>
            <a:ext cx="31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Icons is a separate icon library.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Icons are optional but very useful for menus, buttons, and alerts.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3900000" y="500000"/>
            <a:ext cx="4750000" cy="360945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0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1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2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3960000" y="750000"/>
            <a:ext cx="4630000" cy="331945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Add using CDN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&lt;link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rel=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href=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"https://cdn.jsdelivr.net/npm/bootstrap-icons@1.11.3/font/bootstrap-icons.css"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Use icons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"bi bi-house"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&lt;/i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"bi bi-person"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&lt;/i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"bi bi-envelope"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&lt;/i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Icon with button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"bi bi-search me-2"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&lt;/i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Search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Styling icons --&gt;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&lt;i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"bi bi-heart text-danger fs-3"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&lt;/i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Preview heading"/>
          <p:cNvSpPr txBox="1"/>
          <p:nvPr/>
        </p:nvSpPr>
        <p:spPr>
          <a:xfrm>
            <a:off x="620000" y="2700000"/>
            <a:ext cx="3000000" cy="25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Preview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Oval 124"/>
          <p:cNvSpPr/>
          <p:nvPr/>
        </p:nvSpPr>
        <p:spPr>
          <a:xfrm>
            <a:off x="700000" y="3000000"/>
            <a:ext cx="480000" cy="48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6" name="Picture 125" descr="BsHous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600" y="3105600"/>
            <a:ext cx="268800" cy="26880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580000" y="3500000"/>
            <a:ext cx="720000" cy="2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 dirty="0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bi-house</a:t>
            </a:r>
            <a:endParaRPr lang="en" sz="7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1350000" y="3000000"/>
            <a:ext cx="480000" cy="48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9" name="Picture 128" descr="BsPerson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5600" y="3105600"/>
            <a:ext cx="268800" cy="268800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230000" y="3500000"/>
            <a:ext cx="720000" cy="2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 dirty="0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bi-person</a:t>
            </a:r>
            <a:endParaRPr lang="en" sz="7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Oval 130"/>
          <p:cNvSpPr/>
          <p:nvPr/>
        </p:nvSpPr>
        <p:spPr>
          <a:xfrm>
            <a:off x="2000000" y="3000000"/>
            <a:ext cx="480000" cy="48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2" name="Picture 131" descr="BsEnvelope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5600" y="3105600"/>
            <a:ext cx="268800" cy="26880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1880000" y="3500000"/>
            <a:ext cx="720000" cy="2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 dirty="0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bi-envelope</a:t>
            </a:r>
            <a:endParaRPr lang="en" sz="7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2650000" y="3000000"/>
            <a:ext cx="480000" cy="48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5" name="Picture 134" descr="BsHeartFill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5600" y="3105600"/>
            <a:ext cx="268800" cy="26880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2530000" y="3500000"/>
            <a:ext cx="720000" cy="2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 dirty="0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bi-heart</a:t>
            </a:r>
            <a:endParaRPr lang="en" sz="7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3300000" y="3000000"/>
            <a:ext cx="480000" cy="48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8" name="Picture 137" descr="BsSearch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5600" y="3105600"/>
            <a:ext cx="268800" cy="26880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3180000" y="3500000"/>
            <a:ext cx="720000" cy="2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 dirty="0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bi-search</a:t>
            </a:r>
            <a:endParaRPr lang="en" sz="7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JavaScript Plugins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JavaScript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Plugins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Body"/>
          <p:cNvSpPr txBox="1"/>
          <p:nvPr/>
        </p:nvSpPr>
        <p:spPr>
          <a:xfrm>
            <a:off x="620000" y="1048000"/>
            <a:ext cx="415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JavaScript plugins add interactive behavior.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Good to know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5 does not require jQuery.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Many plugins work using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data-bs-*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attributes.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Visual panel"/>
          <p:cNvSpPr/>
          <p:nvPr/>
        </p:nvSpPr>
        <p:spPr>
          <a:xfrm>
            <a:off x="4940000" y="560000"/>
            <a:ext cx="3500000" cy="26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Panel heading"/>
          <p:cNvSpPr txBox="1"/>
          <p:nvPr/>
        </p:nvSpPr>
        <p:spPr>
          <a:xfrm>
            <a:off x="5070000" y="69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Plugin examples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Card"/>
          <p:cNvSpPr/>
          <p:nvPr/>
        </p:nvSpPr>
        <p:spPr>
          <a:xfrm>
            <a:off x="5070000" y="102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5410000" y="1075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9" name="Picture 138" descr="BsWindow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800" y="1149800"/>
            <a:ext cx="190400" cy="19040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5070000" y="141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Modal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Card"/>
          <p:cNvSpPr/>
          <p:nvPr/>
        </p:nvSpPr>
        <p:spPr>
          <a:xfrm>
            <a:off x="6180000" y="102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520000" y="1075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3" name="Picture 142" descr="BsChevronDown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800" y="1149800"/>
            <a:ext cx="190400" cy="1904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6180000" y="141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Dropdown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Card"/>
          <p:cNvSpPr/>
          <p:nvPr/>
        </p:nvSpPr>
        <p:spPr>
          <a:xfrm>
            <a:off x="7290000" y="102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630000" y="1075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7" name="Picture 146" descr="BsArrowsExpand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4800" y="1149800"/>
            <a:ext cx="190400" cy="19040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7290000" y="141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Collapse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Card"/>
          <p:cNvSpPr/>
          <p:nvPr/>
        </p:nvSpPr>
        <p:spPr>
          <a:xfrm>
            <a:off x="5070000" y="175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5410000" y="1805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1" name="Picture 150" descr="BsChatDots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4800" y="1879800"/>
            <a:ext cx="190400" cy="190400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5070000" y="214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Tooltip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Card"/>
          <p:cNvSpPr/>
          <p:nvPr/>
        </p:nvSpPr>
        <p:spPr>
          <a:xfrm>
            <a:off x="6180000" y="175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520000" y="1805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5" name="Picture 154" descr="BsBell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4800" y="1879800"/>
            <a:ext cx="190400" cy="190400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180000" y="214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Toast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Card"/>
          <p:cNvSpPr/>
          <p:nvPr/>
        </p:nvSpPr>
        <p:spPr>
          <a:xfrm>
            <a:off x="7290000" y="175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630000" y="1805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9" name="Picture 158" descr="BsImages_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4800" y="1879800"/>
            <a:ext cx="190400" cy="190400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7290000" y="214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Carousel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Card"/>
          <p:cNvSpPr/>
          <p:nvPr/>
        </p:nvSpPr>
        <p:spPr>
          <a:xfrm>
            <a:off x="5070000" y="248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5410000" y="2535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3" name="Picture 162" descr="BsLayers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4800" y="2609800"/>
            <a:ext cx="190400" cy="190400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5070000" y="287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Accordion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Card"/>
          <p:cNvSpPr/>
          <p:nvPr/>
        </p:nvSpPr>
        <p:spPr>
          <a:xfrm>
            <a:off x="6180000" y="2480000"/>
            <a:ext cx="1020000" cy="64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520000" y="2535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7" name="Picture 166" descr="BsTable_r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4800" y="2609800"/>
            <a:ext cx="190400" cy="190400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6180000" y="2875000"/>
            <a:ext cx="1020000" cy="230000"/>
          </a:xfrm>
          <a:prstGeom prst="rect">
            <a:avLst/>
          </a:prstGeom>
          <a:noFill/>
        </p:spPr>
        <p:txBody>
          <a:bodyPr spcFirstLastPara="1" wrap="square" lIns="20000" tIns="0" rIns="2000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Code panel"/>
          <p:cNvSpPr/>
          <p:nvPr/>
        </p:nvSpPr>
        <p:spPr>
          <a:xfrm>
            <a:off x="4940000" y="3290000"/>
            <a:ext cx="3500000" cy="90000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5060000" y="339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5180000" y="339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5300000" y="339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Code label"/>
          <p:cNvSpPr txBox="1"/>
          <p:nvPr/>
        </p:nvSpPr>
        <p:spPr>
          <a:xfrm>
            <a:off x="7140000" y="334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Code"/>
          <p:cNvSpPr txBox="1"/>
          <p:nvPr/>
        </p:nvSpPr>
        <p:spPr>
          <a:xfrm>
            <a:off x="5000000" y="3540000"/>
            <a:ext cx="3380000" cy="61000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Include the Bootstrap bundle --&gt;</a:t>
            </a:r>
            <a:endParaRPr lang="en" sz="7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&lt;script</a:t>
            </a:r>
            <a:r>
              <a:rPr lang="en" sz="7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src=</a:t>
            </a:r>
            <a:r>
              <a:rPr lang="en" sz="7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"https://cdn.jsdelivr.net/npm/bootstrap@5.3.3/dist/js/bootstrap.bundle.min.js"</a:t>
            </a:r>
            <a:r>
              <a:rPr lang="en" sz="7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" sz="7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</a:t>
            </a:r>
            <a:r>
              <a:rPr lang="en" sz="7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7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Kicker"/>
          <p:cNvSpPr txBox="1"/>
          <p:nvPr/>
        </p:nvSpPr>
        <p:spPr>
          <a:xfrm>
            <a:off x="675600" y="285000"/>
            <a:ext cx="31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JavaScript Plugins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Title"/>
          <p:cNvSpPr txBox="1"/>
          <p:nvPr/>
        </p:nvSpPr>
        <p:spPr>
          <a:xfrm>
            <a:off x="675600" y="520000"/>
            <a:ext cx="31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Common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JavaScript Plugins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Body"/>
          <p:cNvSpPr txBox="1"/>
          <p:nvPr/>
        </p:nvSpPr>
        <p:spPr>
          <a:xfrm>
            <a:off x="620000" y="1383000"/>
            <a:ext cx="316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Trigger with data attributes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data-bs-toggle="modal"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data-bs-toggle="dropdown"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0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data-bs-toggle="collapse"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Tooltips need JavaScript initialization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Code panel"/>
          <p:cNvSpPr/>
          <p:nvPr/>
        </p:nvSpPr>
        <p:spPr>
          <a:xfrm>
            <a:off x="3900000" y="500000"/>
            <a:ext cx="4750000" cy="370000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0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14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26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Code label"/>
          <p:cNvSpPr txBox="1"/>
          <p:nvPr/>
        </p:nvSpPr>
        <p:spPr>
          <a:xfrm>
            <a:off x="7350000" y="555000"/>
            <a:ext cx="1220000" cy="200000"/>
          </a:xfrm>
          <a:prstGeom prst="rect">
            <a:avLst/>
          </a:prstGeom>
          <a:noFill/>
        </p:spPr>
        <p:txBody>
          <a:bodyPr spcFirstLastPara="1" wrap="square" lIns="0" tIns="20000" rIns="4000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 + 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Code"/>
          <p:cNvSpPr txBox="1"/>
          <p:nvPr/>
        </p:nvSpPr>
        <p:spPr>
          <a:xfrm>
            <a:off x="3960000" y="750000"/>
            <a:ext cx="4630000" cy="341000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Modal --&gt;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btn-primary"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   data-bs-toggle=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"modal"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   data-bs-target=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"#myModal"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Open Modal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Dropdown --&gt;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btn-secondary dropdown-toggle"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   data-bs-toggle=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"dropdown"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Menu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&lt;!-- Collapse --&gt;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class=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btn-primary"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   data-bs-toggle=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"collapse"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   data-bs-target=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"#box"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Toggle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</a:t>
            </a:r>
            <a:r>
              <a:rPr lang="en" sz="8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Tooltip initialization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FF9EA8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tooltipList = document.querySelectorAll(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'[data-bs-toggle="tooltip"]'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tooltipList.forEach(element 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800" b="0" i="0" u="none" strike="noStrike" cap="none" dirty="0">
                <a:solidFill>
                  <a:srgbClr val="FF9EA8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bootstrap.Tooltip(element);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Recap and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 Project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Body"/>
          <p:cNvSpPr txBox="1"/>
          <p:nvPr/>
        </p:nvSpPr>
        <p:spPr>
          <a:xfrm>
            <a:off x="620000" y="1048000"/>
            <a:ext cx="4150000" cy="2500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Recap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Bootstrap is a free front-end framework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It helps build responsive websites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The grid system uses 12 columns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Utilities control spacing, display, and layout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Components provide ready-made UI elements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Forms can be styled and validated easily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Helpers and icons improve design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Char char="•"/>
            </a:pPr>
            <a:r>
              <a:rPr lang="en" sz="105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JavaScript plugins add interactivity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6" name="Panel heading"/>
          <p:cNvSpPr txBox="1"/>
          <p:nvPr/>
        </p:nvSpPr>
        <p:spPr>
          <a:xfrm>
            <a:off x="5070000" y="69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 Project Idea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5070000" y="1020000"/>
            <a:ext cx="3240000" cy="33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Create a simple Student Profile Page with: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5070000" y="1420000"/>
            <a:ext cx="3240000" cy="3200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5140000" y="141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0" name="Picture 139" descr="BsMenuButtonWid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800" y="1484800"/>
            <a:ext cx="190400" cy="19040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5540000" y="141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Navbar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5140000" y="175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3" name="Picture 142" descr="BsStars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800" y="1824800"/>
            <a:ext cx="190400" cy="19040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5540000" y="175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Hero section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Rounded Rectangle 144"/>
          <p:cNvSpPr/>
          <p:nvPr/>
        </p:nvSpPr>
        <p:spPr>
          <a:xfrm>
            <a:off x="5070000" y="2100000"/>
            <a:ext cx="3240000" cy="3200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140000" y="209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7" name="Picture 146" descr="BsGrid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800" y="2164800"/>
            <a:ext cx="190400" cy="190400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5540000" y="209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Three cards using grid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Oval 148"/>
          <p:cNvSpPr/>
          <p:nvPr/>
        </p:nvSpPr>
        <p:spPr>
          <a:xfrm>
            <a:off x="5140000" y="243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0" name="Picture 149" descr="BsEnvelope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4800" y="2504800"/>
            <a:ext cx="190400" cy="19040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5540000" y="243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Contact form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5070000" y="2780000"/>
            <a:ext cx="3240000" cy="3200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140000" y="277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" name="Picture 153" descr="BsCursor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4800" y="2844800"/>
            <a:ext cx="190400" cy="190400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5540000" y="277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Button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5140000" y="311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7" name="Picture 156" descr="BsWindow_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4800" y="3184800"/>
            <a:ext cx="190400" cy="190400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5540000" y="311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Modal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Rounded Rectangle 158"/>
          <p:cNvSpPr/>
          <p:nvPr/>
        </p:nvSpPr>
        <p:spPr>
          <a:xfrm>
            <a:off x="5070000" y="3460000"/>
            <a:ext cx="3240000" cy="3200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5140000" y="345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1" name="Picture 160" descr="BsHeartFill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4800" y="3524800"/>
            <a:ext cx="190400" cy="190400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5540000" y="345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 least two Bootstrap Icons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Oval 162"/>
          <p:cNvSpPr/>
          <p:nvPr/>
        </p:nvSpPr>
        <p:spPr>
          <a:xfrm>
            <a:off x="5140000" y="3790000"/>
            <a:ext cx="340000" cy="3400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4" name="Picture 163" descr="BsSliders_r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4800" y="3864800"/>
            <a:ext cx="190400" cy="19040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5540000" y="379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2000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 least five utility classes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1042</Words>
  <Application>Microsoft Office PowerPoint</Application>
  <PresentationFormat>On-screen Show (16:9)</PresentationFormat>
  <Paragraphs>100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Roboto</vt:lpstr>
      <vt:lpstr>Arial</vt:lpstr>
      <vt:lpstr>Calibri</vt:lpstr>
      <vt:lpstr>Poppins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THILAK</dc:creator>
  <cp:lastModifiedBy>Rajesh Vengadesan</cp:lastModifiedBy>
  <cp:revision>10</cp:revision>
  <dcterms:modified xsi:type="dcterms:W3CDTF">2026-07-02T12:59:53Z</dcterms:modified>
</cp:coreProperties>
</file>